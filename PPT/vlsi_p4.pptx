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65" r:id="rId2"/>
    <p:sldId id="266" r:id="rId3"/>
    <p:sldId id="277" r:id="rId4"/>
    <p:sldId id="271" r:id="rId5"/>
    <p:sldId id="272" r:id="rId6"/>
    <p:sldId id="278" r:id="rId7"/>
    <p:sldId id="275" r:id="rId8"/>
    <p:sldId id="269" r:id="rId9"/>
    <p:sldId id="270" r:id="rId1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A6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ED98CA-0241-45D3-8B26-A9E1C1D845E8}" v="72" dt="2026-03-15T20:05:46.93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288" autoAdjust="0"/>
  </p:normalViewPr>
  <p:slideViewPr>
    <p:cSldViewPr>
      <p:cViewPr varScale="1">
        <p:scale>
          <a:sx n="108" d="100"/>
          <a:sy n="108" d="100"/>
        </p:scale>
        <p:origin x="730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j Gupta" userId="e5dab055c36b7fd1" providerId="LiveId" clId="{3220E06B-B7C6-4553-B7A0-C7A9BDCF1FB0}"/>
    <pc:docChg chg="undo redo custSel addSld delSld modSld sldOrd">
      <pc:chgData name="Anuj Gupta" userId="e5dab055c36b7fd1" providerId="LiveId" clId="{3220E06B-B7C6-4553-B7A0-C7A9BDCF1FB0}" dt="2026-03-15T20:18:39.883" v="1450" actId="2696"/>
      <pc:docMkLst>
        <pc:docMk/>
      </pc:docMkLst>
      <pc:sldChg chg="addSp modSp mod">
        <pc:chgData name="Anuj Gupta" userId="e5dab055c36b7fd1" providerId="LiveId" clId="{3220E06B-B7C6-4553-B7A0-C7A9BDCF1FB0}" dt="2026-03-15T13:18:07.544" v="169" actId="1076"/>
        <pc:sldMkLst>
          <pc:docMk/>
          <pc:sldMk cId="2777673707" sldId="265"/>
        </pc:sldMkLst>
        <pc:spChg chg="add mod">
          <ac:chgData name="Anuj Gupta" userId="e5dab055c36b7fd1" providerId="LiveId" clId="{3220E06B-B7C6-4553-B7A0-C7A9BDCF1FB0}" dt="2026-03-15T13:18:07.544" v="169" actId="1076"/>
          <ac:spMkLst>
            <pc:docMk/>
            <pc:sldMk cId="2777673707" sldId="265"/>
            <ac:spMk id="4" creationId="{7C9B648E-C84A-0BBC-A5BA-1DA07AB692A2}"/>
          </ac:spMkLst>
        </pc:spChg>
      </pc:sldChg>
      <pc:sldChg chg="modSp mod">
        <pc:chgData name="Anuj Gupta" userId="e5dab055c36b7fd1" providerId="LiveId" clId="{3220E06B-B7C6-4553-B7A0-C7A9BDCF1FB0}" dt="2026-03-15T13:10:40.797" v="131" actId="20577"/>
        <pc:sldMkLst>
          <pc:docMk/>
          <pc:sldMk cId="4219148886" sldId="266"/>
        </pc:sldMkLst>
        <pc:spChg chg="mod">
          <ac:chgData name="Anuj Gupta" userId="e5dab055c36b7fd1" providerId="LiveId" clId="{3220E06B-B7C6-4553-B7A0-C7A9BDCF1FB0}" dt="2026-03-15T12:51:58.617" v="5" actId="1076"/>
          <ac:spMkLst>
            <pc:docMk/>
            <pc:sldMk cId="4219148886" sldId="266"/>
            <ac:spMk id="2" creationId="{E6C046C7-FF37-B682-88B7-78B5CB81520D}"/>
          </ac:spMkLst>
        </pc:spChg>
        <pc:spChg chg="mod">
          <ac:chgData name="Anuj Gupta" userId="e5dab055c36b7fd1" providerId="LiveId" clId="{3220E06B-B7C6-4553-B7A0-C7A9BDCF1FB0}" dt="2026-03-15T13:01:31.064" v="68" actId="207"/>
          <ac:spMkLst>
            <pc:docMk/>
            <pc:sldMk cId="4219148886" sldId="266"/>
            <ac:spMk id="3" creationId="{A17B346D-31B8-F7B0-CA69-DC6B607312AB}"/>
          </ac:spMkLst>
        </pc:spChg>
        <pc:spChg chg="mod">
          <ac:chgData name="Anuj Gupta" userId="e5dab055c36b7fd1" providerId="LiveId" clId="{3220E06B-B7C6-4553-B7A0-C7A9BDCF1FB0}" dt="2026-03-15T13:10:40.797" v="131" actId="20577"/>
          <ac:spMkLst>
            <pc:docMk/>
            <pc:sldMk cId="4219148886" sldId="266"/>
            <ac:spMk id="4" creationId="{A62A100D-2634-8F59-6D0A-6009F15A1E20}"/>
          </ac:spMkLst>
        </pc:spChg>
      </pc:sldChg>
      <pc:sldChg chg="addSp modSp mod">
        <pc:chgData name="Anuj Gupta" userId="e5dab055c36b7fd1" providerId="LiveId" clId="{3220E06B-B7C6-4553-B7A0-C7A9BDCF1FB0}" dt="2026-03-15T19:32:32.298" v="951" actId="1076"/>
        <pc:sldMkLst>
          <pc:docMk/>
          <pc:sldMk cId="1850478084" sldId="270"/>
        </pc:sldMkLst>
        <pc:spChg chg="mod">
          <ac:chgData name="Anuj Gupta" userId="e5dab055c36b7fd1" providerId="LiveId" clId="{3220E06B-B7C6-4553-B7A0-C7A9BDCF1FB0}" dt="2026-03-15T19:29:22.412" v="915" actId="1076"/>
          <ac:spMkLst>
            <pc:docMk/>
            <pc:sldMk cId="1850478084" sldId="270"/>
            <ac:spMk id="2" creationId="{C5647780-BF14-E916-B379-C0CB8C9BA10B}"/>
          </ac:spMkLst>
        </pc:spChg>
        <pc:spChg chg="add mod">
          <ac:chgData name="Anuj Gupta" userId="e5dab055c36b7fd1" providerId="LiveId" clId="{3220E06B-B7C6-4553-B7A0-C7A9BDCF1FB0}" dt="2026-03-15T19:32:32.298" v="951" actId="1076"/>
          <ac:spMkLst>
            <pc:docMk/>
            <pc:sldMk cId="1850478084" sldId="270"/>
            <ac:spMk id="3" creationId="{A46DA812-9824-2AA3-59F9-0909DDFEB1FF}"/>
          </ac:spMkLst>
        </pc:spChg>
        <pc:spChg chg="mod">
          <ac:chgData name="Anuj Gupta" userId="e5dab055c36b7fd1" providerId="LiveId" clId="{3220E06B-B7C6-4553-B7A0-C7A9BDCF1FB0}" dt="2026-03-15T19:32:24.439" v="950" actId="20577"/>
          <ac:spMkLst>
            <pc:docMk/>
            <pc:sldMk cId="1850478084" sldId="270"/>
            <ac:spMk id="4" creationId="{402B3525-E4FB-DA27-FB96-A8A1E3948BCE}"/>
          </ac:spMkLst>
        </pc:spChg>
      </pc:sldChg>
      <pc:sldChg chg="addSp delSp modSp mod">
        <pc:chgData name="Anuj Gupta" userId="e5dab055c36b7fd1" providerId="LiveId" clId="{3220E06B-B7C6-4553-B7A0-C7A9BDCF1FB0}" dt="2026-03-15T20:18:31.042" v="1449" actId="20577"/>
        <pc:sldMkLst>
          <pc:docMk/>
          <pc:sldMk cId="4236174250" sldId="271"/>
        </pc:sldMkLst>
        <pc:spChg chg="mod">
          <ac:chgData name="Anuj Gupta" userId="e5dab055c36b7fd1" providerId="LiveId" clId="{3220E06B-B7C6-4553-B7A0-C7A9BDCF1FB0}" dt="2026-03-15T16:43:35.972" v="237" actId="1076"/>
          <ac:spMkLst>
            <pc:docMk/>
            <pc:sldMk cId="4236174250" sldId="271"/>
            <ac:spMk id="2" creationId="{DC517DBF-5FC5-1D7C-7FA8-9C954C15C9D1}"/>
          </ac:spMkLst>
        </pc:spChg>
        <pc:spChg chg="del mod">
          <ac:chgData name="Anuj Gupta" userId="e5dab055c36b7fd1" providerId="LiveId" clId="{3220E06B-B7C6-4553-B7A0-C7A9BDCF1FB0}" dt="2026-03-15T16:43:25.168" v="236" actId="478"/>
          <ac:spMkLst>
            <pc:docMk/>
            <pc:sldMk cId="4236174250" sldId="271"/>
            <ac:spMk id="3" creationId="{97484AB8-A31A-AE30-F7FF-F8FF8EA0C213}"/>
          </ac:spMkLst>
        </pc:spChg>
        <pc:spChg chg="mod">
          <ac:chgData name="Anuj Gupta" userId="e5dab055c36b7fd1" providerId="LiveId" clId="{3220E06B-B7C6-4553-B7A0-C7A9BDCF1FB0}" dt="2026-03-15T19:49:34.806" v="1091" actId="20577"/>
          <ac:spMkLst>
            <pc:docMk/>
            <pc:sldMk cId="4236174250" sldId="271"/>
            <ac:spMk id="4" creationId="{3E6FFF68-E510-8E13-EAE1-43B44B732E02}"/>
          </ac:spMkLst>
        </pc:spChg>
        <pc:spChg chg="add mod">
          <ac:chgData name="Anuj Gupta" userId="e5dab055c36b7fd1" providerId="LiveId" clId="{3220E06B-B7C6-4553-B7A0-C7A9BDCF1FB0}" dt="2026-03-15T20:13:39.578" v="1350" actId="20577"/>
          <ac:spMkLst>
            <pc:docMk/>
            <pc:sldMk cId="4236174250" sldId="271"/>
            <ac:spMk id="5" creationId="{ADFF8F2A-DD86-E610-1316-1989A9A49272}"/>
          </ac:spMkLst>
        </pc:spChg>
        <pc:spChg chg="add mod">
          <ac:chgData name="Anuj Gupta" userId="e5dab055c36b7fd1" providerId="LiveId" clId="{3220E06B-B7C6-4553-B7A0-C7A9BDCF1FB0}" dt="2026-03-15T20:15:40.474" v="1382" actId="20577"/>
          <ac:spMkLst>
            <pc:docMk/>
            <pc:sldMk cId="4236174250" sldId="271"/>
            <ac:spMk id="6" creationId="{7B0F98DC-295D-74AF-5847-07AEC1D52FB1}"/>
          </ac:spMkLst>
        </pc:spChg>
        <pc:spChg chg="add mod">
          <ac:chgData name="Anuj Gupta" userId="e5dab055c36b7fd1" providerId="LiveId" clId="{3220E06B-B7C6-4553-B7A0-C7A9BDCF1FB0}" dt="2026-03-15T16:33:25.087" v="171"/>
          <ac:spMkLst>
            <pc:docMk/>
            <pc:sldMk cId="4236174250" sldId="271"/>
            <ac:spMk id="7" creationId="{72CBD019-ADB3-8F7F-2700-7FBDC958DC00}"/>
          </ac:spMkLst>
        </pc:spChg>
        <pc:spChg chg="add mod">
          <ac:chgData name="Anuj Gupta" userId="e5dab055c36b7fd1" providerId="LiveId" clId="{3220E06B-B7C6-4553-B7A0-C7A9BDCF1FB0}" dt="2026-03-15T16:33:25.087" v="171"/>
          <ac:spMkLst>
            <pc:docMk/>
            <pc:sldMk cId="4236174250" sldId="271"/>
            <ac:spMk id="9" creationId="{9DAE025B-C3C2-CB3F-B5F7-B5DF893FFF70}"/>
          </ac:spMkLst>
        </pc:spChg>
        <pc:spChg chg="add del mod">
          <ac:chgData name="Anuj Gupta" userId="e5dab055c36b7fd1" providerId="LiveId" clId="{3220E06B-B7C6-4553-B7A0-C7A9BDCF1FB0}" dt="2026-03-15T19:48:51.227" v="1069" actId="478"/>
          <ac:spMkLst>
            <pc:docMk/>
            <pc:sldMk cId="4236174250" sldId="271"/>
            <ac:spMk id="10" creationId="{BB11EC9C-C958-B5F8-1CC6-F4C6AD8D219D}"/>
          </ac:spMkLst>
        </pc:spChg>
        <pc:spChg chg="add mod">
          <ac:chgData name="Anuj Gupta" userId="e5dab055c36b7fd1" providerId="LiveId" clId="{3220E06B-B7C6-4553-B7A0-C7A9BDCF1FB0}" dt="2026-03-15T20:18:31.042" v="1449" actId="20577"/>
          <ac:spMkLst>
            <pc:docMk/>
            <pc:sldMk cId="4236174250" sldId="271"/>
            <ac:spMk id="11" creationId="{C5F75E55-7C41-E86C-A9FE-245791FF47BC}"/>
          </ac:spMkLst>
        </pc:spChg>
        <pc:spChg chg="add del mod">
          <ac:chgData name="Anuj Gupta" userId="e5dab055c36b7fd1" providerId="LiveId" clId="{3220E06B-B7C6-4553-B7A0-C7A9BDCF1FB0}" dt="2026-03-15T19:39:05.459" v="983"/>
          <ac:spMkLst>
            <pc:docMk/>
            <pc:sldMk cId="4236174250" sldId="271"/>
            <ac:spMk id="12" creationId="{9F4BF226-91BE-B6C0-5BE4-F59BC28B8C24}"/>
          </ac:spMkLst>
        </pc:spChg>
        <pc:graphicFrameChg chg="add mod modGraphic">
          <ac:chgData name="Anuj Gupta" userId="e5dab055c36b7fd1" providerId="LiveId" clId="{3220E06B-B7C6-4553-B7A0-C7A9BDCF1FB0}" dt="2026-03-15T19:39:55.834" v="996" actId="255"/>
          <ac:graphicFrameMkLst>
            <pc:docMk/>
            <pc:sldMk cId="4236174250" sldId="271"/>
            <ac:graphicFrameMk id="8" creationId="{0D381530-44D4-DE08-7D9D-7D21AF3C7DEE}"/>
          </ac:graphicFrameMkLst>
        </pc:graphicFrameChg>
      </pc:sldChg>
      <pc:sldChg chg="addSp delSp modSp mod">
        <pc:chgData name="Anuj Gupta" userId="e5dab055c36b7fd1" providerId="LiveId" clId="{3220E06B-B7C6-4553-B7A0-C7A9BDCF1FB0}" dt="2026-03-15T20:16:58.953" v="1402" actId="20577"/>
        <pc:sldMkLst>
          <pc:docMk/>
          <pc:sldMk cId="1848783805" sldId="272"/>
        </pc:sldMkLst>
        <pc:spChg chg="mod">
          <ac:chgData name="Anuj Gupta" userId="e5dab055c36b7fd1" providerId="LiveId" clId="{3220E06B-B7C6-4553-B7A0-C7A9BDCF1FB0}" dt="2026-03-15T16:42:49.178" v="230" actId="1076"/>
          <ac:spMkLst>
            <pc:docMk/>
            <pc:sldMk cId="1848783805" sldId="272"/>
            <ac:spMk id="2" creationId="{F7E6EEE9-BF54-E94E-15DF-8034065FD0D9}"/>
          </ac:spMkLst>
        </pc:spChg>
        <pc:spChg chg="add del mod">
          <ac:chgData name="Anuj Gupta" userId="e5dab055c36b7fd1" providerId="LiveId" clId="{3220E06B-B7C6-4553-B7A0-C7A9BDCF1FB0}" dt="2026-03-15T16:42:49.897" v="231" actId="478"/>
          <ac:spMkLst>
            <pc:docMk/>
            <pc:sldMk cId="1848783805" sldId="272"/>
            <ac:spMk id="3" creationId="{D5225E58-8DF1-8A1F-20E2-A538931E41E2}"/>
          </ac:spMkLst>
        </pc:spChg>
        <pc:spChg chg="add mod">
          <ac:chgData name="Anuj Gupta" userId="e5dab055c36b7fd1" providerId="LiveId" clId="{3220E06B-B7C6-4553-B7A0-C7A9BDCF1FB0}" dt="2026-03-15T20:16:47.015" v="1399" actId="1076"/>
          <ac:spMkLst>
            <pc:docMk/>
            <pc:sldMk cId="1848783805" sldId="272"/>
            <ac:spMk id="4" creationId="{32536E3C-8E3A-6FC5-EEBD-91E7CC7A6C5A}"/>
          </ac:spMkLst>
        </pc:spChg>
        <pc:spChg chg="mod">
          <ac:chgData name="Anuj Gupta" userId="e5dab055c36b7fd1" providerId="LiveId" clId="{3220E06B-B7C6-4553-B7A0-C7A9BDCF1FB0}" dt="2026-03-15T19:59:17.719" v="1100" actId="207"/>
          <ac:spMkLst>
            <pc:docMk/>
            <pc:sldMk cId="1848783805" sldId="272"/>
            <ac:spMk id="5" creationId="{235141D0-D37F-9A6B-5E7B-54AD6ED82835}"/>
          </ac:spMkLst>
        </pc:spChg>
        <pc:spChg chg="add mod">
          <ac:chgData name="Anuj Gupta" userId="e5dab055c36b7fd1" providerId="LiveId" clId="{3220E06B-B7C6-4553-B7A0-C7A9BDCF1FB0}" dt="2026-03-15T20:16:58.953" v="1402" actId="20577"/>
          <ac:spMkLst>
            <pc:docMk/>
            <pc:sldMk cId="1848783805" sldId="272"/>
            <ac:spMk id="6" creationId="{E850680E-712A-066C-D7AB-9CCB8FFC9F56}"/>
          </ac:spMkLst>
        </pc:spChg>
        <pc:spChg chg="add mod">
          <ac:chgData name="Anuj Gupta" userId="e5dab055c36b7fd1" providerId="LiveId" clId="{3220E06B-B7C6-4553-B7A0-C7A9BDCF1FB0}" dt="2026-03-15T16:42:48.312" v="229" actId="14100"/>
          <ac:spMkLst>
            <pc:docMk/>
            <pc:sldMk cId="1848783805" sldId="272"/>
            <ac:spMk id="7" creationId="{5F088E99-16E3-9C34-CDEC-B09D7A854B53}"/>
          </ac:spMkLst>
        </pc:spChg>
        <pc:spChg chg="add mod">
          <ac:chgData name="Anuj Gupta" userId="e5dab055c36b7fd1" providerId="LiveId" clId="{3220E06B-B7C6-4553-B7A0-C7A9BDCF1FB0}" dt="2026-03-15T16:42:48.312" v="229" actId="14100"/>
          <ac:spMkLst>
            <pc:docMk/>
            <pc:sldMk cId="1848783805" sldId="272"/>
            <ac:spMk id="9" creationId="{24E456A9-1334-72CB-982F-41B93614C885}"/>
          </ac:spMkLst>
        </pc:spChg>
        <pc:spChg chg="add del mod">
          <ac:chgData name="Anuj Gupta" userId="e5dab055c36b7fd1" providerId="LiveId" clId="{3220E06B-B7C6-4553-B7A0-C7A9BDCF1FB0}" dt="2026-03-15T19:59:21.281" v="1102" actId="478"/>
          <ac:spMkLst>
            <pc:docMk/>
            <pc:sldMk cId="1848783805" sldId="272"/>
            <ac:spMk id="10" creationId="{2E45C9EB-0E54-04C8-5B8A-C274CA8631B6}"/>
          </ac:spMkLst>
        </pc:spChg>
        <pc:spChg chg="add mod">
          <ac:chgData name="Anuj Gupta" userId="e5dab055c36b7fd1" providerId="LiveId" clId="{3220E06B-B7C6-4553-B7A0-C7A9BDCF1FB0}" dt="2026-03-15T20:09:57.505" v="1320" actId="20577"/>
          <ac:spMkLst>
            <pc:docMk/>
            <pc:sldMk cId="1848783805" sldId="272"/>
            <ac:spMk id="11" creationId="{62E85878-0B0A-1755-D747-5A0D954E0B08}"/>
          </ac:spMkLst>
        </pc:spChg>
        <pc:graphicFrameChg chg="add mod modGraphic">
          <ac:chgData name="Anuj Gupta" userId="e5dab055c36b7fd1" providerId="LiveId" clId="{3220E06B-B7C6-4553-B7A0-C7A9BDCF1FB0}" dt="2026-03-15T20:05:58.549" v="1303" actId="20577"/>
          <ac:graphicFrameMkLst>
            <pc:docMk/>
            <pc:sldMk cId="1848783805" sldId="272"/>
            <ac:graphicFrameMk id="8" creationId="{1B0E7808-BC54-71A2-41FB-054CD0D82578}"/>
          </ac:graphicFrameMkLst>
        </pc:graphicFrameChg>
      </pc:sldChg>
      <pc:sldChg chg="addSp delSp modSp del mod">
        <pc:chgData name="Anuj Gupta" userId="e5dab055c36b7fd1" providerId="LiveId" clId="{3220E06B-B7C6-4553-B7A0-C7A9BDCF1FB0}" dt="2026-03-15T20:01:13.425" v="1129" actId="2696"/>
        <pc:sldMkLst>
          <pc:docMk/>
          <pc:sldMk cId="2188138489" sldId="273"/>
        </pc:sldMkLst>
        <pc:spChg chg="del mod">
          <ac:chgData name="Anuj Gupta" userId="e5dab055c36b7fd1" providerId="LiveId" clId="{3220E06B-B7C6-4553-B7A0-C7A9BDCF1FB0}" dt="2026-03-15T20:00:23.190" v="1106" actId="478"/>
          <ac:spMkLst>
            <pc:docMk/>
            <pc:sldMk cId="2188138489" sldId="273"/>
            <ac:spMk id="3" creationId="{77B7D4F2-C323-B734-9EEA-1A291126577E}"/>
          </ac:spMkLst>
        </pc:spChg>
        <pc:spChg chg="add del mod">
          <ac:chgData name="Anuj Gupta" userId="e5dab055c36b7fd1" providerId="LiveId" clId="{3220E06B-B7C6-4553-B7A0-C7A9BDCF1FB0}" dt="2026-03-15T20:00:41.554" v="1122" actId="478"/>
          <ac:spMkLst>
            <pc:docMk/>
            <pc:sldMk cId="2188138489" sldId="273"/>
            <ac:spMk id="4" creationId="{293F98D4-F027-576C-D581-A09EA0D3434B}"/>
          </ac:spMkLst>
        </pc:spChg>
        <pc:spChg chg="del mod">
          <ac:chgData name="Anuj Gupta" userId="e5dab055c36b7fd1" providerId="LiveId" clId="{3220E06B-B7C6-4553-B7A0-C7A9BDCF1FB0}" dt="2026-03-15T20:00:48.935" v="1127"/>
          <ac:spMkLst>
            <pc:docMk/>
            <pc:sldMk cId="2188138489" sldId="273"/>
            <ac:spMk id="5" creationId="{CA59596B-D24F-7E0C-033E-6211F9005B23}"/>
          </ac:spMkLst>
        </pc:spChg>
        <pc:spChg chg="add del mod">
          <ac:chgData name="Anuj Gupta" userId="e5dab055c36b7fd1" providerId="LiveId" clId="{3220E06B-B7C6-4553-B7A0-C7A9BDCF1FB0}" dt="2026-03-15T20:00:42.802" v="1123" actId="478"/>
          <ac:spMkLst>
            <pc:docMk/>
            <pc:sldMk cId="2188138489" sldId="273"/>
            <ac:spMk id="6" creationId="{C5D0679B-8598-D768-7040-82B2F04A7251}"/>
          </ac:spMkLst>
        </pc:spChg>
        <pc:spChg chg="add del mod">
          <ac:chgData name="Anuj Gupta" userId="e5dab055c36b7fd1" providerId="LiveId" clId="{3220E06B-B7C6-4553-B7A0-C7A9BDCF1FB0}" dt="2026-03-15T20:00:38.800" v="1119" actId="478"/>
          <ac:spMkLst>
            <pc:docMk/>
            <pc:sldMk cId="2188138489" sldId="273"/>
            <ac:spMk id="7" creationId="{87B3B752-9C8F-E1D3-0C5D-034D871B0C6B}"/>
          </ac:spMkLst>
        </pc:spChg>
        <pc:spChg chg="add mod">
          <ac:chgData name="Anuj Gupta" userId="e5dab055c36b7fd1" providerId="LiveId" clId="{3220E06B-B7C6-4553-B7A0-C7A9BDCF1FB0}" dt="2026-03-15T20:00:17.609" v="1104"/>
          <ac:spMkLst>
            <pc:docMk/>
            <pc:sldMk cId="2188138489" sldId="273"/>
            <ac:spMk id="10" creationId="{D8FB705E-CA13-9144-E746-355683906B77}"/>
          </ac:spMkLst>
        </pc:spChg>
        <pc:spChg chg="add mod">
          <ac:chgData name="Anuj Gupta" userId="e5dab055c36b7fd1" providerId="LiveId" clId="{3220E06B-B7C6-4553-B7A0-C7A9BDCF1FB0}" dt="2026-03-15T20:00:40.410" v="1121" actId="6549"/>
          <ac:spMkLst>
            <pc:docMk/>
            <pc:sldMk cId="2188138489" sldId="273"/>
            <ac:spMk id="11" creationId="{DFCC044C-8FAB-4EE7-C91F-801FD2784732}"/>
          </ac:spMkLst>
        </pc:spChg>
        <pc:spChg chg="add mod">
          <ac:chgData name="Anuj Gupta" userId="e5dab055c36b7fd1" providerId="LiveId" clId="{3220E06B-B7C6-4553-B7A0-C7A9BDCF1FB0}" dt="2026-03-15T20:00:17.609" v="1104"/>
          <ac:spMkLst>
            <pc:docMk/>
            <pc:sldMk cId="2188138489" sldId="273"/>
            <ac:spMk id="12" creationId="{32473C15-7AC3-D4BC-9A2B-3589A32FC8C3}"/>
          </ac:spMkLst>
        </pc:spChg>
        <pc:spChg chg="add mod">
          <ac:chgData name="Anuj Gupta" userId="e5dab055c36b7fd1" providerId="LiveId" clId="{3220E06B-B7C6-4553-B7A0-C7A9BDCF1FB0}" dt="2026-03-15T20:00:36.109" v="1118" actId="20577"/>
          <ac:spMkLst>
            <pc:docMk/>
            <pc:sldMk cId="2188138489" sldId="273"/>
            <ac:spMk id="13" creationId="{BE8AD3DE-32AF-2383-7D4E-81E733560739}"/>
          </ac:spMkLst>
        </pc:spChg>
        <pc:grpChg chg="add del mod">
          <ac:chgData name="Anuj Gupta" userId="e5dab055c36b7fd1" providerId="LiveId" clId="{3220E06B-B7C6-4553-B7A0-C7A9BDCF1FB0}" dt="2026-03-15T20:00:39.619" v="1120" actId="478"/>
          <ac:grpSpMkLst>
            <pc:docMk/>
            <pc:sldMk cId="2188138489" sldId="273"/>
            <ac:grpSpMk id="8" creationId="{A705E04D-FACA-D4EB-15B6-B9C9EA49F889}"/>
          </ac:grpSpMkLst>
        </pc:grpChg>
        <pc:grpChg chg="add del mod">
          <ac:chgData name="Anuj Gupta" userId="e5dab055c36b7fd1" providerId="LiveId" clId="{3220E06B-B7C6-4553-B7A0-C7A9BDCF1FB0}" dt="2026-03-15T20:00:43.700" v="1124" actId="478"/>
          <ac:grpSpMkLst>
            <pc:docMk/>
            <pc:sldMk cId="2188138489" sldId="273"/>
            <ac:grpSpMk id="9" creationId="{429EF18A-F850-4C57-7971-D4AFE3264134}"/>
          </ac:grpSpMkLst>
        </pc:grpChg>
      </pc:sldChg>
      <pc:sldChg chg="del">
        <pc:chgData name="Anuj Gupta" userId="e5dab055c36b7fd1" providerId="LiveId" clId="{3220E06B-B7C6-4553-B7A0-C7A9BDCF1FB0}" dt="2026-03-15T20:18:39.883" v="1450" actId="2696"/>
        <pc:sldMkLst>
          <pc:docMk/>
          <pc:sldMk cId="750737177" sldId="274"/>
        </pc:sldMkLst>
      </pc:sldChg>
      <pc:sldChg chg="addSp delSp modSp mod">
        <pc:chgData name="Anuj Gupta" userId="e5dab055c36b7fd1" providerId="LiveId" clId="{3220E06B-B7C6-4553-B7A0-C7A9BDCF1FB0}" dt="2026-03-15T19:33:19.330" v="953" actId="931"/>
        <pc:sldMkLst>
          <pc:docMk/>
          <pc:sldMk cId="2508785366" sldId="275"/>
        </pc:sldMkLst>
        <pc:picChg chg="add mod">
          <ac:chgData name="Anuj Gupta" userId="e5dab055c36b7fd1" providerId="LiveId" clId="{3220E06B-B7C6-4553-B7A0-C7A9BDCF1FB0}" dt="2026-03-15T19:33:19.330" v="953" actId="931"/>
          <ac:picMkLst>
            <pc:docMk/>
            <pc:sldMk cId="2508785366" sldId="275"/>
            <ac:picMk id="4" creationId="{0A4F8F24-B355-09FF-B970-49EA9F1CC11D}"/>
          </ac:picMkLst>
        </pc:picChg>
        <pc:picChg chg="del">
          <ac:chgData name="Anuj Gupta" userId="e5dab055c36b7fd1" providerId="LiveId" clId="{3220E06B-B7C6-4553-B7A0-C7A9BDCF1FB0}" dt="2026-03-15T19:32:49.508" v="952" actId="478"/>
          <ac:picMkLst>
            <pc:docMk/>
            <pc:sldMk cId="2508785366" sldId="275"/>
            <ac:picMk id="5" creationId="{ADE383C7-0608-7BCF-3A2B-78264EEF3D7D}"/>
          </ac:picMkLst>
        </pc:picChg>
      </pc:sldChg>
      <pc:sldChg chg="addSp delSp modSp add del mod">
        <pc:chgData name="Anuj Gupta" userId="e5dab055c36b7fd1" providerId="LiveId" clId="{3220E06B-B7C6-4553-B7A0-C7A9BDCF1FB0}" dt="2026-03-15T19:33:45.140" v="954" actId="2696"/>
        <pc:sldMkLst>
          <pc:docMk/>
          <pc:sldMk cId="3850950525" sldId="276"/>
        </pc:sldMkLst>
        <pc:spChg chg="add del mod">
          <ac:chgData name="Anuj Gupta" userId="e5dab055c36b7fd1" providerId="LiveId" clId="{3220E06B-B7C6-4553-B7A0-C7A9BDCF1FB0}" dt="2026-03-15T18:59:43.997" v="289" actId="20577"/>
          <ac:spMkLst>
            <pc:docMk/>
            <pc:sldMk cId="3850950525" sldId="276"/>
            <ac:spMk id="2" creationId="{985AEE0D-E83D-7A8F-A1AF-D99631DBD6AB}"/>
          </ac:spMkLst>
        </pc:spChg>
        <pc:spChg chg="del mod">
          <ac:chgData name="Anuj Gupta" userId="e5dab055c36b7fd1" providerId="LiveId" clId="{3220E06B-B7C6-4553-B7A0-C7A9BDCF1FB0}" dt="2026-03-15T18:58:16.936" v="241" actId="478"/>
          <ac:spMkLst>
            <pc:docMk/>
            <pc:sldMk cId="3850950525" sldId="276"/>
            <ac:spMk id="3" creationId="{2A3AE471-6DC5-1351-0186-7DF46329670C}"/>
          </ac:spMkLst>
        </pc:spChg>
        <pc:graphicFrameChg chg="add del mod modGraphic">
          <ac:chgData name="Anuj Gupta" userId="e5dab055c36b7fd1" providerId="LiveId" clId="{3220E06B-B7C6-4553-B7A0-C7A9BDCF1FB0}" dt="2026-03-15T18:59:24.375" v="260" actId="14100"/>
          <ac:graphicFrameMkLst>
            <pc:docMk/>
            <pc:sldMk cId="3850950525" sldId="276"/>
            <ac:graphicFrameMk id="4" creationId="{FE5DAE32-279B-3DE0-EFD7-7BEB413D683F}"/>
          </ac:graphicFrameMkLst>
        </pc:graphicFrameChg>
        <pc:graphicFrameChg chg="add mod modGraphic">
          <ac:chgData name="Anuj Gupta" userId="e5dab055c36b7fd1" providerId="LiveId" clId="{3220E06B-B7C6-4553-B7A0-C7A9BDCF1FB0}" dt="2026-03-15T19:03:11.546" v="323" actId="12385"/>
          <ac:graphicFrameMkLst>
            <pc:docMk/>
            <pc:sldMk cId="3850950525" sldId="276"/>
            <ac:graphicFrameMk id="6" creationId="{B0945565-4CC7-4F70-6194-5877EB3D5397}"/>
          </ac:graphicFrameMkLst>
        </pc:graphicFrameChg>
      </pc:sldChg>
      <pc:sldChg chg="addSp delSp modSp add mod ord">
        <pc:chgData name="Anuj Gupta" userId="e5dab055c36b7fd1" providerId="LiveId" clId="{3220E06B-B7C6-4553-B7A0-C7A9BDCF1FB0}" dt="2026-03-15T19:25:06.856" v="876"/>
        <pc:sldMkLst>
          <pc:docMk/>
          <pc:sldMk cId="874185500" sldId="277"/>
        </pc:sldMkLst>
        <pc:spChg chg="del">
          <ac:chgData name="Anuj Gupta" userId="e5dab055c36b7fd1" providerId="LiveId" clId="{3220E06B-B7C6-4553-B7A0-C7A9BDCF1FB0}" dt="2026-03-15T19:04:38.597" v="328" actId="478"/>
          <ac:spMkLst>
            <pc:docMk/>
            <pc:sldMk cId="874185500" sldId="277"/>
            <ac:spMk id="2" creationId="{D85DAB15-D024-197D-71F8-CB97FD93FFE2}"/>
          </ac:spMkLst>
        </pc:spChg>
        <pc:spChg chg="del">
          <ac:chgData name="Anuj Gupta" userId="e5dab055c36b7fd1" providerId="LiveId" clId="{3220E06B-B7C6-4553-B7A0-C7A9BDCF1FB0}" dt="2026-03-15T19:04:38.597" v="328" actId="478"/>
          <ac:spMkLst>
            <pc:docMk/>
            <pc:sldMk cId="874185500" sldId="277"/>
            <ac:spMk id="4" creationId="{FEB2EA1A-F025-C5EB-FA1A-B0AB1C89FC66}"/>
          </ac:spMkLst>
        </pc:spChg>
        <pc:spChg chg="del">
          <ac:chgData name="Anuj Gupta" userId="e5dab055c36b7fd1" providerId="LiveId" clId="{3220E06B-B7C6-4553-B7A0-C7A9BDCF1FB0}" dt="2026-03-15T19:04:38.597" v="328" actId="478"/>
          <ac:spMkLst>
            <pc:docMk/>
            <pc:sldMk cId="874185500" sldId="277"/>
            <ac:spMk id="5" creationId="{69BD5444-527A-ADBA-AB3C-8B6382C0B53A}"/>
          </ac:spMkLst>
        </pc:spChg>
        <pc:spChg chg="del">
          <ac:chgData name="Anuj Gupta" userId="e5dab055c36b7fd1" providerId="LiveId" clId="{3220E06B-B7C6-4553-B7A0-C7A9BDCF1FB0}" dt="2026-03-15T19:04:38.597" v="328" actId="478"/>
          <ac:spMkLst>
            <pc:docMk/>
            <pc:sldMk cId="874185500" sldId="277"/>
            <ac:spMk id="6" creationId="{33A39052-1F66-2A04-3F9D-A175EB27B21C}"/>
          </ac:spMkLst>
        </pc:spChg>
        <pc:spChg chg="del">
          <ac:chgData name="Anuj Gupta" userId="e5dab055c36b7fd1" providerId="LiveId" clId="{3220E06B-B7C6-4553-B7A0-C7A9BDCF1FB0}" dt="2026-03-15T19:04:38.597" v="328" actId="478"/>
          <ac:spMkLst>
            <pc:docMk/>
            <pc:sldMk cId="874185500" sldId="277"/>
            <ac:spMk id="7" creationId="{844DA15A-30DF-FFDE-2327-322E2C33E3D5}"/>
          </ac:spMkLst>
        </pc:spChg>
        <pc:spChg chg="del">
          <ac:chgData name="Anuj Gupta" userId="e5dab055c36b7fd1" providerId="LiveId" clId="{3220E06B-B7C6-4553-B7A0-C7A9BDCF1FB0}" dt="2026-03-15T19:04:38.597" v="328" actId="478"/>
          <ac:spMkLst>
            <pc:docMk/>
            <pc:sldMk cId="874185500" sldId="277"/>
            <ac:spMk id="9" creationId="{F51C3F3D-AC54-7983-43E6-9B9E2840EE67}"/>
          </ac:spMkLst>
        </pc:spChg>
        <pc:spChg chg="del">
          <ac:chgData name="Anuj Gupta" userId="e5dab055c36b7fd1" providerId="LiveId" clId="{3220E06B-B7C6-4553-B7A0-C7A9BDCF1FB0}" dt="2026-03-15T19:04:38.597" v="328" actId="478"/>
          <ac:spMkLst>
            <pc:docMk/>
            <pc:sldMk cId="874185500" sldId="277"/>
            <ac:spMk id="10" creationId="{3300BC31-7165-1BD5-4355-6E41301A7EEC}"/>
          </ac:spMkLst>
        </pc:spChg>
        <pc:spChg chg="del">
          <ac:chgData name="Anuj Gupta" userId="e5dab055c36b7fd1" providerId="LiveId" clId="{3220E06B-B7C6-4553-B7A0-C7A9BDCF1FB0}" dt="2026-03-15T19:04:38.597" v="328" actId="478"/>
          <ac:spMkLst>
            <pc:docMk/>
            <pc:sldMk cId="874185500" sldId="277"/>
            <ac:spMk id="11" creationId="{37A15604-07DB-F47D-A656-34DF4B352672}"/>
          </ac:spMkLst>
        </pc:spChg>
        <pc:spChg chg="add del mod">
          <ac:chgData name="Anuj Gupta" userId="e5dab055c36b7fd1" providerId="LiveId" clId="{3220E06B-B7C6-4553-B7A0-C7A9BDCF1FB0}" dt="2026-03-15T19:05:01.413" v="333" actId="478"/>
          <ac:spMkLst>
            <pc:docMk/>
            <pc:sldMk cId="874185500" sldId="277"/>
            <ac:spMk id="12" creationId="{E0FCDA56-D4BC-6F12-CD0C-321D81F1B196}"/>
          </ac:spMkLst>
        </pc:spChg>
        <pc:spChg chg="mod">
          <ac:chgData name="Anuj Gupta" userId="e5dab055c36b7fd1" providerId="LiveId" clId="{3220E06B-B7C6-4553-B7A0-C7A9BDCF1FB0}" dt="2026-03-15T19:07:04.270" v="419" actId="1076"/>
          <ac:spMkLst>
            <pc:docMk/>
            <pc:sldMk cId="874185500" sldId="277"/>
            <ac:spMk id="14" creationId="{858C66E5-F9B0-0022-4E03-83BBF85B65E6}"/>
          </ac:spMkLst>
        </pc:spChg>
        <pc:spChg chg="mod">
          <ac:chgData name="Anuj Gupta" userId="e5dab055c36b7fd1" providerId="LiveId" clId="{3220E06B-B7C6-4553-B7A0-C7A9BDCF1FB0}" dt="2026-03-15T19:07:15.496" v="420" actId="1076"/>
          <ac:spMkLst>
            <pc:docMk/>
            <pc:sldMk cId="874185500" sldId="277"/>
            <ac:spMk id="15" creationId="{CB70979B-7A1B-E475-A989-26D6B5078A0C}"/>
          </ac:spMkLst>
        </pc:spChg>
        <pc:spChg chg="del mod topLvl">
          <ac:chgData name="Anuj Gupta" userId="e5dab055c36b7fd1" providerId="LiveId" clId="{3220E06B-B7C6-4553-B7A0-C7A9BDCF1FB0}" dt="2026-03-15T19:05:56.545" v="377"/>
          <ac:spMkLst>
            <pc:docMk/>
            <pc:sldMk cId="874185500" sldId="277"/>
            <ac:spMk id="16" creationId="{A5345D35-67FC-5B27-2BC3-41606423CB27}"/>
          </ac:spMkLst>
        </pc:spChg>
        <pc:spChg chg="mod">
          <ac:chgData name="Anuj Gupta" userId="e5dab055c36b7fd1" providerId="LiveId" clId="{3220E06B-B7C6-4553-B7A0-C7A9BDCF1FB0}" dt="2026-03-15T19:10:38.477" v="533" actId="1076"/>
          <ac:spMkLst>
            <pc:docMk/>
            <pc:sldMk cId="874185500" sldId="277"/>
            <ac:spMk id="17" creationId="{89AF8BF5-CBC3-E9CF-51F0-07B4637FC54A}"/>
          </ac:spMkLst>
        </pc:spChg>
        <pc:spChg chg="mod topLvl">
          <ac:chgData name="Anuj Gupta" userId="e5dab055c36b7fd1" providerId="LiveId" clId="{3220E06B-B7C6-4553-B7A0-C7A9BDCF1FB0}" dt="2026-03-15T19:19:06.672" v="735" actId="1076"/>
          <ac:spMkLst>
            <pc:docMk/>
            <pc:sldMk cId="874185500" sldId="277"/>
            <ac:spMk id="18" creationId="{BA804CD7-FB00-3296-E66D-17766052C3D7}"/>
          </ac:spMkLst>
        </pc:spChg>
        <pc:spChg chg="del mod">
          <ac:chgData name="Anuj Gupta" userId="e5dab055c36b7fd1" providerId="LiveId" clId="{3220E06B-B7C6-4553-B7A0-C7A9BDCF1FB0}" dt="2026-03-15T19:08:06.678" v="455"/>
          <ac:spMkLst>
            <pc:docMk/>
            <pc:sldMk cId="874185500" sldId="277"/>
            <ac:spMk id="19" creationId="{7C5919FA-0574-0D27-536B-3264EE672097}"/>
          </ac:spMkLst>
        </pc:spChg>
        <pc:spChg chg="mod">
          <ac:chgData name="Anuj Gupta" userId="e5dab055c36b7fd1" providerId="LiveId" clId="{3220E06B-B7C6-4553-B7A0-C7A9BDCF1FB0}" dt="2026-03-15T19:10:45.342" v="534" actId="1076"/>
          <ac:spMkLst>
            <pc:docMk/>
            <pc:sldMk cId="874185500" sldId="277"/>
            <ac:spMk id="20" creationId="{7BC5DAEB-EAE2-5889-8EEA-5C1FDB14D7CE}"/>
          </ac:spMkLst>
        </pc:spChg>
        <pc:spChg chg="mod">
          <ac:chgData name="Anuj Gupta" userId="e5dab055c36b7fd1" providerId="LiveId" clId="{3220E06B-B7C6-4553-B7A0-C7A9BDCF1FB0}" dt="2026-03-15T19:14:38.118" v="605" actId="1076"/>
          <ac:spMkLst>
            <pc:docMk/>
            <pc:sldMk cId="874185500" sldId="277"/>
            <ac:spMk id="21" creationId="{246C2B06-C4EA-2EB3-14E1-2B1819648A21}"/>
          </ac:spMkLst>
        </pc:spChg>
        <pc:spChg chg="del mod">
          <ac:chgData name="Anuj Gupta" userId="e5dab055c36b7fd1" providerId="LiveId" clId="{3220E06B-B7C6-4553-B7A0-C7A9BDCF1FB0}" dt="2026-03-15T19:08:06.678" v="457"/>
          <ac:spMkLst>
            <pc:docMk/>
            <pc:sldMk cId="874185500" sldId="277"/>
            <ac:spMk id="22" creationId="{9477F085-7DA4-812F-B1A7-7AEAC88BEA93}"/>
          </ac:spMkLst>
        </pc:spChg>
        <pc:spChg chg="mod">
          <ac:chgData name="Anuj Gupta" userId="e5dab055c36b7fd1" providerId="LiveId" clId="{3220E06B-B7C6-4553-B7A0-C7A9BDCF1FB0}" dt="2026-03-15T19:14:09.697" v="602" actId="1076"/>
          <ac:spMkLst>
            <pc:docMk/>
            <pc:sldMk cId="874185500" sldId="277"/>
            <ac:spMk id="23" creationId="{0DD91DB2-E679-E587-88F4-1B8133FEF90D}"/>
          </ac:spMkLst>
        </pc:spChg>
        <pc:spChg chg="mod topLvl">
          <ac:chgData name="Anuj Gupta" userId="e5dab055c36b7fd1" providerId="LiveId" clId="{3220E06B-B7C6-4553-B7A0-C7A9BDCF1FB0}" dt="2026-03-15T19:14:46.678" v="606" actId="1076"/>
          <ac:spMkLst>
            <pc:docMk/>
            <pc:sldMk cId="874185500" sldId="277"/>
            <ac:spMk id="24" creationId="{C54705A3-1B7C-63A5-BF8A-A06AFB424862}"/>
          </ac:spMkLst>
        </pc:spChg>
        <pc:spChg chg="del mod topLvl">
          <ac:chgData name="Anuj Gupta" userId="e5dab055c36b7fd1" providerId="LiveId" clId="{3220E06B-B7C6-4553-B7A0-C7A9BDCF1FB0}" dt="2026-03-15T19:08:06.678" v="461"/>
          <ac:spMkLst>
            <pc:docMk/>
            <pc:sldMk cId="874185500" sldId="277"/>
            <ac:spMk id="25" creationId="{2DBCCF57-04C0-8694-525D-D1FD7908E865}"/>
          </ac:spMkLst>
        </pc:spChg>
        <pc:spChg chg="mod">
          <ac:chgData name="Anuj Gupta" userId="e5dab055c36b7fd1" providerId="LiveId" clId="{3220E06B-B7C6-4553-B7A0-C7A9BDCF1FB0}" dt="2026-03-15T19:14:02.014" v="601" actId="1076"/>
          <ac:spMkLst>
            <pc:docMk/>
            <pc:sldMk cId="874185500" sldId="277"/>
            <ac:spMk id="26" creationId="{E95C569D-B75A-7E12-18DC-2225BB3BCABB}"/>
          </ac:spMkLst>
        </pc:spChg>
        <pc:spChg chg="mod topLvl">
          <ac:chgData name="Anuj Gupta" userId="e5dab055c36b7fd1" providerId="LiveId" clId="{3220E06B-B7C6-4553-B7A0-C7A9BDCF1FB0}" dt="2026-03-15T19:14:52.159" v="607" actId="1076"/>
          <ac:spMkLst>
            <pc:docMk/>
            <pc:sldMk cId="874185500" sldId="277"/>
            <ac:spMk id="27" creationId="{3CE1616D-DFA9-FD4B-468C-5F777EA4F345}"/>
          </ac:spMkLst>
        </pc:spChg>
        <pc:spChg chg="del mod">
          <ac:chgData name="Anuj Gupta" userId="e5dab055c36b7fd1" providerId="LiveId" clId="{3220E06B-B7C6-4553-B7A0-C7A9BDCF1FB0}" dt="2026-03-15T19:08:17.921" v="466"/>
          <ac:spMkLst>
            <pc:docMk/>
            <pc:sldMk cId="874185500" sldId="277"/>
            <ac:spMk id="28" creationId="{07585DF7-37AE-617B-7F26-E7DE4607DDCF}"/>
          </ac:spMkLst>
        </pc:spChg>
        <pc:spChg chg="mod">
          <ac:chgData name="Anuj Gupta" userId="e5dab055c36b7fd1" providerId="LiveId" clId="{3220E06B-B7C6-4553-B7A0-C7A9BDCF1FB0}" dt="2026-03-15T19:24:58.900" v="874" actId="20577"/>
          <ac:spMkLst>
            <pc:docMk/>
            <pc:sldMk cId="874185500" sldId="277"/>
            <ac:spMk id="29" creationId="{07CE452F-94E5-5CBA-1D2F-6297BC69CC4F}"/>
          </ac:spMkLst>
        </pc:spChg>
        <pc:spChg chg="mod">
          <ac:chgData name="Anuj Gupta" userId="e5dab055c36b7fd1" providerId="LiveId" clId="{3220E06B-B7C6-4553-B7A0-C7A9BDCF1FB0}" dt="2026-03-15T19:07:28.594" v="422" actId="1076"/>
          <ac:spMkLst>
            <pc:docMk/>
            <pc:sldMk cId="874185500" sldId="277"/>
            <ac:spMk id="30" creationId="{BE7E912A-E5B0-C687-05D3-190552C31D2F}"/>
          </ac:spMkLst>
        </pc:spChg>
        <pc:spChg chg="mod">
          <ac:chgData name="Anuj Gupta" userId="e5dab055c36b7fd1" providerId="LiveId" clId="{3220E06B-B7C6-4553-B7A0-C7A9BDCF1FB0}" dt="2026-03-15T19:14:15.831" v="603" actId="1076"/>
          <ac:spMkLst>
            <pc:docMk/>
            <pc:sldMk cId="874185500" sldId="277"/>
            <ac:spMk id="31" creationId="{561523AB-54B1-5BDD-36BD-AFB6CC753350}"/>
          </ac:spMkLst>
        </pc:spChg>
        <pc:spChg chg="mod topLvl">
          <ac:chgData name="Anuj Gupta" userId="e5dab055c36b7fd1" providerId="LiveId" clId="{3220E06B-B7C6-4553-B7A0-C7A9BDCF1FB0}" dt="2026-03-15T19:06:53.904" v="418" actId="1076"/>
          <ac:spMkLst>
            <pc:docMk/>
            <pc:sldMk cId="874185500" sldId="277"/>
            <ac:spMk id="32" creationId="{413A9BA6-1F28-E345-74F8-9726D7F8492E}"/>
          </ac:spMkLst>
        </pc:spChg>
        <pc:spChg chg="del mod">
          <ac:chgData name="Anuj Gupta" userId="e5dab055c36b7fd1" providerId="LiveId" clId="{3220E06B-B7C6-4553-B7A0-C7A9BDCF1FB0}" dt="2026-03-15T19:06:46.624" v="417"/>
          <ac:spMkLst>
            <pc:docMk/>
            <pc:sldMk cId="874185500" sldId="277"/>
            <ac:spMk id="33" creationId="{A15B1C85-6EEE-4029-70BD-C5B4654B5A16}"/>
          </ac:spMkLst>
        </pc:spChg>
        <pc:spChg chg="mod">
          <ac:chgData name="Anuj Gupta" userId="e5dab055c36b7fd1" providerId="LiveId" clId="{3220E06B-B7C6-4553-B7A0-C7A9BDCF1FB0}" dt="2026-03-15T19:17:45.392" v="678" actId="20577"/>
          <ac:spMkLst>
            <pc:docMk/>
            <pc:sldMk cId="874185500" sldId="277"/>
            <ac:spMk id="34" creationId="{8FD790CA-6703-F920-23AD-696D3F7BDFFF}"/>
          </ac:spMkLst>
        </pc:spChg>
        <pc:spChg chg="del mod">
          <ac:chgData name="Anuj Gupta" userId="e5dab055c36b7fd1" providerId="LiveId" clId="{3220E06B-B7C6-4553-B7A0-C7A9BDCF1FB0}" dt="2026-03-15T19:08:06.678" v="459"/>
          <ac:spMkLst>
            <pc:docMk/>
            <pc:sldMk cId="874185500" sldId="277"/>
            <ac:spMk id="35" creationId="{9239E1DE-E50F-F4C0-3119-B22C348C48A6}"/>
          </ac:spMkLst>
        </pc:spChg>
        <pc:spChg chg="mod topLvl">
          <ac:chgData name="Anuj Gupta" userId="e5dab055c36b7fd1" providerId="LiveId" clId="{3220E06B-B7C6-4553-B7A0-C7A9BDCF1FB0}" dt="2026-03-15T19:04:47.777" v="330" actId="165"/>
          <ac:spMkLst>
            <pc:docMk/>
            <pc:sldMk cId="874185500" sldId="277"/>
            <ac:spMk id="36" creationId="{F6FD964B-1AC2-D9DC-470F-E200B639B594}"/>
          </ac:spMkLst>
        </pc:spChg>
        <pc:spChg chg="del mod">
          <ac:chgData name="Anuj Gupta" userId="e5dab055c36b7fd1" providerId="LiveId" clId="{3220E06B-B7C6-4553-B7A0-C7A9BDCF1FB0}" dt="2026-03-15T19:08:17.923" v="468"/>
          <ac:spMkLst>
            <pc:docMk/>
            <pc:sldMk cId="874185500" sldId="277"/>
            <ac:spMk id="37" creationId="{D47558E9-1537-2EAC-F1AE-823AE3E72461}"/>
          </ac:spMkLst>
        </pc:spChg>
        <pc:spChg chg="del mod">
          <ac:chgData name="Anuj Gupta" userId="e5dab055c36b7fd1" providerId="LiveId" clId="{3220E06B-B7C6-4553-B7A0-C7A9BDCF1FB0}" dt="2026-03-15T19:08:17.923" v="470"/>
          <ac:spMkLst>
            <pc:docMk/>
            <pc:sldMk cId="874185500" sldId="277"/>
            <ac:spMk id="38" creationId="{3261074C-479E-4C58-7CB8-1B5075647370}"/>
          </ac:spMkLst>
        </pc:spChg>
        <pc:spChg chg="del mod">
          <ac:chgData name="Anuj Gupta" userId="e5dab055c36b7fd1" providerId="LiveId" clId="{3220E06B-B7C6-4553-B7A0-C7A9BDCF1FB0}" dt="2026-03-15T19:09:13.434" v="499"/>
          <ac:spMkLst>
            <pc:docMk/>
            <pc:sldMk cId="874185500" sldId="277"/>
            <ac:spMk id="39" creationId="{0B7182AB-98A0-602A-A6F0-43654A645E7C}"/>
          </ac:spMkLst>
        </pc:spChg>
        <pc:spChg chg="del mod">
          <ac:chgData name="Anuj Gupta" userId="e5dab055c36b7fd1" providerId="LiveId" clId="{3220E06B-B7C6-4553-B7A0-C7A9BDCF1FB0}" dt="2026-03-15T19:09:13.436" v="501"/>
          <ac:spMkLst>
            <pc:docMk/>
            <pc:sldMk cId="874185500" sldId="277"/>
            <ac:spMk id="40" creationId="{BD800E11-7982-2F36-8A5E-8A45D2D61C6F}"/>
          </ac:spMkLst>
        </pc:spChg>
        <pc:spChg chg="del mod topLvl">
          <ac:chgData name="Anuj Gupta" userId="e5dab055c36b7fd1" providerId="LiveId" clId="{3220E06B-B7C6-4553-B7A0-C7A9BDCF1FB0}" dt="2026-03-15T19:09:13.438" v="503"/>
          <ac:spMkLst>
            <pc:docMk/>
            <pc:sldMk cId="874185500" sldId="277"/>
            <ac:spMk id="41" creationId="{974ACAD4-0825-E5D6-5AA4-B9A1DD626DE8}"/>
          </ac:spMkLst>
        </pc:spChg>
        <pc:spChg chg="mod">
          <ac:chgData name="Anuj Gupta" userId="e5dab055c36b7fd1" providerId="LiveId" clId="{3220E06B-B7C6-4553-B7A0-C7A9BDCF1FB0}" dt="2026-03-15T19:17:34.251" v="663" actId="1076"/>
          <ac:spMkLst>
            <pc:docMk/>
            <pc:sldMk cId="874185500" sldId="277"/>
            <ac:spMk id="42" creationId="{662F0F00-970C-5704-872C-9D475997CEB6}"/>
          </ac:spMkLst>
        </pc:spChg>
        <pc:spChg chg="mod">
          <ac:chgData name="Anuj Gupta" userId="e5dab055c36b7fd1" providerId="LiveId" clId="{3220E06B-B7C6-4553-B7A0-C7A9BDCF1FB0}" dt="2026-03-15T19:18:59.066" v="734" actId="1076"/>
          <ac:spMkLst>
            <pc:docMk/>
            <pc:sldMk cId="874185500" sldId="277"/>
            <ac:spMk id="43" creationId="{A73EA153-DD42-1FAF-36A5-5052E46F2B90}"/>
          </ac:spMkLst>
        </pc:spChg>
        <pc:spChg chg="mod">
          <ac:chgData name="Anuj Gupta" userId="e5dab055c36b7fd1" providerId="LiveId" clId="{3220E06B-B7C6-4553-B7A0-C7A9BDCF1FB0}" dt="2026-03-15T19:19:12.487" v="736" actId="1076"/>
          <ac:spMkLst>
            <pc:docMk/>
            <pc:sldMk cId="874185500" sldId="277"/>
            <ac:spMk id="44" creationId="{AE1C613E-4D61-968F-697C-8AE1DAD4B630}"/>
          </ac:spMkLst>
        </pc:spChg>
        <pc:spChg chg="mod">
          <ac:chgData name="Anuj Gupta" userId="e5dab055c36b7fd1" providerId="LiveId" clId="{3220E06B-B7C6-4553-B7A0-C7A9BDCF1FB0}" dt="2026-03-15T19:20:09.143" v="761" actId="1076"/>
          <ac:spMkLst>
            <pc:docMk/>
            <pc:sldMk cId="874185500" sldId="277"/>
            <ac:spMk id="45" creationId="{9727ED30-B383-77AD-7888-C3C9DCDA2EFC}"/>
          </ac:spMkLst>
        </pc:spChg>
        <pc:spChg chg="mod">
          <ac:chgData name="Anuj Gupta" userId="e5dab055c36b7fd1" providerId="LiveId" clId="{3220E06B-B7C6-4553-B7A0-C7A9BDCF1FB0}" dt="2026-03-15T19:23:13.057" v="854" actId="1076"/>
          <ac:spMkLst>
            <pc:docMk/>
            <pc:sldMk cId="874185500" sldId="277"/>
            <ac:spMk id="46" creationId="{2FCC5EDC-6A83-5C02-F178-4FB87E829FB4}"/>
          </ac:spMkLst>
        </pc:spChg>
        <pc:spChg chg="mod">
          <ac:chgData name="Anuj Gupta" userId="e5dab055c36b7fd1" providerId="LiveId" clId="{3220E06B-B7C6-4553-B7A0-C7A9BDCF1FB0}" dt="2026-03-15T19:20:32.443" v="777" actId="1076"/>
          <ac:spMkLst>
            <pc:docMk/>
            <pc:sldMk cId="874185500" sldId="277"/>
            <ac:spMk id="47" creationId="{DD7248B4-17EE-2FDB-F7AA-85E766717983}"/>
          </ac:spMkLst>
        </pc:spChg>
        <pc:spChg chg="mod">
          <ac:chgData name="Anuj Gupta" userId="e5dab055c36b7fd1" providerId="LiveId" clId="{3220E06B-B7C6-4553-B7A0-C7A9BDCF1FB0}" dt="2026-03-15T19:20:58.320" v="805" actId="1076"/>
          <ac:spMkLst>
            <pc:docMk/>
            <pc:sldMk cId="874185500" sldId="277"/>
            <ac:spMk id="48" creationId="{924867AB-791E-BC34-2BB4-91E27CBAC783}"/>
          </ac:spMkLst>
        </pc:spChg>
        <pc:spChg chg="mod topLvl">
          <ac:chgData name="Anuj Gupta" userId="e5dab055c36b7fd1" providerId="LiveId" clId="{3220E06B-B7C6-4553-B7A0-C7A9BDCF1FB0}" dt="2026-03-15T19:22:29.620" v="822" actId="1076"/>
          <ac:spMkLst>
            <pc:docMk/>
            <pc:sldMk cId="874185500" sldId="277"/>
            <ac:spMk id="49" creationId="{C73BF8EB-D050-7394-51CE-D2E5B9664BB7}"/>
          </ac:spMkLst>
        </pc:spChg>
        <pc:spChg chg="mod">
          <ac:chgData name="Anuj Gupta" userId="e5dab055c36b7fd1" providerId="LiveId" clId="{3220E06B-B7C6-4553-B7A0-C7A9BDCF1FB0}" dt="2026-03-15T19:22:41.644" v="833" actId="1076"/>
          <ac:spMkLst>
            <pc:docMk/>
            <pc:sldMk cId="874185500" sldId="277"/>
            <ac:spMk id="50" creationId="{35040A92-53B0-0116-9B60-324ADBF946E5}"/>
          </ac:spMkLst>
        </pc:spChg>
        <pc:spChg chg="mod">
          <ac:chgData name="Anuj Gupta" userId="e5dab055c36b7fd1" providerId="LiveId" clId="{3220E06B-B7C6-4553-B7A0-C7A9BDCF1FB0}" dt="2026-03-15T19:22:56.621" v="843" actId="1076"/>
          <ac:spMkLst>
            <pc:docMk/>
            <pc:sldMk cId="874185500" sldId="277"/>
            <ac:spMk id="51" creationId="{4DCBC71B-6153-A473-B3DE-4517A2D68622}"/>
          </ac:spMkLst>
        </pc:spChg>
        <pc:spChg chg="mod topLvl">
          <ac:chgData name="Anuj Gupta" userId="e5dab055c36b7fd1" providerId="LiveId" clId="{3220E06B-B7C6-4553-B7A0-C7A9BDCF1FB0}" dt="2026-03-15T19:24:27.497" v="863" actId="1076"/>
          <ac:spMkLst>
            <pc:docMk/>
            <pc:sldMk cId="874185500" sldId="277"/>
            <ac:spMk id="52" creationId="{B563ED36-E597-6222-858B-180A33465DC2}"/>
          </ac:spMkLst>
        </pc:spChg>
        <pc:spChg chg="add mod">
          <ac:chgData name="Anuj Gupta" userId="e5dab055c36b7fd1" providerId="LiveId" clId="{3220E06B-B7C6-4553-B7A0-C7A9BDCF1FB0}" dt="2026-03-15T19:16:17.915" v="632" actId="20577"/>
          <ac:spMkLst>
            <pc:docMk/>
            <pc:sldMk cId="874185500" sldId="277"/>
            <ac:spMk id="53" creationId="{18B28230-8A7D-6F59-5437-01E69D092008}"/>
          </ac:spMkLst>
        </pc:spChg>
        <pc:spChg chg="add mod">
          <ac:chgData name="Anuj Gupta" userId="e5dab055c36b7fd1" providerId="LiveId" clId="{3220E06B-B7C6-4553-B7A0-C7A9BDCF1FB0}" dt="2026-03-15T19:16:38.471" v="633" actId="1076"/>
          <ac:spMkLst>
            <pc:docMk/>
            <pc:sldMk cId="874185500" sldId="277"/>
            <ac:spMk id="54" creationId="{B8C996E0-5D6C-3B3A-466D-8D1D0B7EF79B}"/>
          </ac:spMkLst>
        </pc:spChg>
        <pc:spChg chg="add mod">
          <ac:chgData name="Anuj Gupta" userId="e5dab055c36b7fd1" providerId="LiveId" clId="{3220E06B-B7C6-4553-B7A0-C7A9BDCF1FB0}" dt="2026-03-15T19:18:10.612" v="695" actId="1076"/>
          <ac:spMkLst>
            <pc:docMk/>
            <pc:sldMk cId="874185500" sldId="277"/>
            <ac:spMk id="56" creationId="{3F21C09A-EF84-5050-A80E-5981D8024A29}"/>
          </ac:spMkLst>
        </pc:spChg>
        <pc:spChg chg="add mod">
          <ac:chgData name="Anuj Gupta" userId="e5dab055c36b7fd1" providerId="LiveId" clId="{3220E06B-B7C6-4553-B7A0-C7A9BDCF1FB0}" dt="2026-03-15T19:20:03.582" v="760" actId="1076"/>
          <ac:spMkLst>
            <pc:docMk/>
            <pc:sldMk cId="874185500" sldId="277"/>
            <ac:spMk id="58" creationId="{B0E22CA4-15FE-4CC0-E120-D803B42DEB34}"/>
          </ac:spMkLst>
        </pc:spChg>
        <pc:graphicFrameChg chg="del mod">
          <ac:chgData name="Anuj Gupta" userId="e5dab055c36b7fd1" providerId="LiveId" clId="{3220E06B-B7C6-4553-B7A0-C7A9BDCF1FB0}" dt="2026-03-15T19:04:33.775" v="327" actId="478"/>
          <ac:graphicFrameMkLst>
            <pc:docMk/>
            <pc:sldMk cId="874185500" sldId="277"/>
            <ac:graphicFrameMk id="8" creationId="{90656AB5-CDD7-1110-3880-8D6FFA2ABCE0}"/>
          </ac:graphicFrameMkLst>
        </pc:graphicFrameChg>
      </pc:sldChg>
      <pc:sldChg chg="modSp add mod ord">
        <pc:chgData name="Anuj Gupta" userId="e5dab055c36b7fd1" providerId="LiveId" clId="{3220E06B-B7C6-4553-B7A0-C7A9BDCF1FB0}" dt="2026-03-15T20:17:33.150" v="1408" actId="20577"/>
        <pc:sldMkLst>
          <pc:docMk/>
          <pc:sldMk cId="3399093644" sldId="278"/>
        </pc:sldMkLst>
        <pc:spChg chg="mod">
          <ac:chgData name="Anuj Gupta" userId="e5dab055c36b7fd1" providerId="LiveId" clId="{3220E06B-B7C6-4553-B7A0-C7A9BDCF1FB0}" dt="2026-03-15T20:03:21.250" v="1200" actId="20577"/>
          <ac:spMkLst>
            <pc:docMk/>
            <pc:sldMk cId="3399093644" sldId="278"/>
            <ac:spMk id="5" creationId="{0CF6D3D3-EE1D-7F74-1CA6-B92CD8F01E5B}"/>
          </ac:spMkLst>
        </pc:spChg>
        <pc:spChg chg="mod">
          <ac:chgData name="Anuj Gupta" userId="e5dab055c36b7fd1" providerId="LiveId" clId="{3220E06B-B7C6-4553-B7A0-C7A9BDCF1FB0}" dt="2026-03-15T20:03:48.428" v="1213" actId="20577"/>
          <ac:spMkLst>
            <pc:docMk/>
            <pc:sldMk cId="3399093644" sldId="278"/>
            <ac:spMk id="6" creationId="{3E2FBD1F-2B75-DB75-E092-729E9EB8B6D5}"/>
          </ac:spMkLst>
        </pc:spChg>
        <pc:spChg chg="mod">
          <ac:chgData name="Anuj Gupta" userId="e5dab055c36b7fd1" providerId="LiveId" clId="{3220E06B-B7C6-4553-B7A0-C7A9BDCF1FB0}" dt="2026-03-15T20:01:27.776" v="1142" actId="20577"/>
          <ac:spMkLst>
            <pc:docMk/>
            <pc:sldMk cId="3399093644" sldId="278"/>
            <ac:spMk id="9" creationId="{25C91907-0F04-68C6-9A1E-9C3004E3C5FB}"/>
          </ac:spMkLst>
        </pc:spChg>
        <pc:spChg chg="mod">
          <ac:chgData name="Anuj Gupta" userId="e5dab055c36b7fd1" providerId="LiveId" clId="{3220E06B-B7C6-4553-B7A0-C7A9BDCF1FB0}" dt="2026-03-15T20:17:33.150" v="1408" actId="20577"/>
          <ac:spMkLst>
            <pc:docMk/>
            <pc:sldMk cId="3399093644" sldId="278"/>
            <ac:spMk id="11" creationId="{2AB2DBF0-8FEB-30DC-113A-45E070F41FA6}"/>
          </ac:spMkLst>
        </pc:spChg>
      </pc:sldChg>
    </pc:docChg>
  </pc:docChgLst>
  <pc:docChgLst>
    <pc:chgData name="Aditya Sharma" userId="2153f50bd0c698e0" providerId="LiveId" clId="{F177169D-CE89-4B59-B04D-DB07200DC47B}"/>
    <pc:docChg chg="undo custSel modSld">
      <pc:chgData name="Aditya Sharma" userId="2153f50bd0c698e0" providerId="LiveId" clId="{F177169D-CE89-4B59-B04D-DB07200DC47B}" dt="2026-03-16T04:49:29.272" v="44" actId="170"/>
      <pc:docMkLst>
        <pc:docMk/>
      </pc:docMkLst>
      <pc:sldChg chg="modSp mod">
        <pc:chgData name="Aditya Sharma" userId="2153f50bd0c698e0" providerId="LiveId" clId="{F177169D-CE89-4B59-B04D-DB07200DC47B}" dt="2026-03-16T04:48:20.009" v="30" actId="170"/>
        <pc:sldMkLst>
          <pc:docMk/>
          <pc:sldMk cId="4236174250" sldId="271"/>
        </pc:sldMkLst>
        <pc:spChg chg="mod">
          <ac:chgData name="Aditya Sharma" userId="2153f50bd0c698e0" providerId="LiveId" clId="{F177169D-CE89-4B59-B04D-DB07200DC47B}" dt="2026-03-16T04:46:36.121" v="2" actId="20577"/>
          <ac:spMkLst>
            <pc:docMk/>
            <pc:sldMk cId="4236174250" sldId="271"/>
            <ac:spMk id="2" creationId="{DC517DBF-5FC5-1D7C-7FA8-9C954C15C9D1}"/>
          </ac:spMkLst>
        </pc:spChg>
        <pc:spChg chg="ord">
          <ac:chgData name="Aditya Sharma" userId="2153f50bd0c698e0" providerId="LiveId" clId="{F177169D-CE89-4B59-B04D-DB07200DC47B}" dt="2026-03-16T04:48:20.009" v="30" actId="170"/>
          <ac:spMkLst>
            <pc:docMk/>
            <pc:sldMk cId="4236174250" sldId="271"/>
            <ac:spMk id="4" creationId="{3E6FFF68-E510-8E13-EAE1-43B44B732E02}"/>
          </ac:spMkLst>
        </pc:spChg>
      </pc:sldChg>
      <pc:sldChg chg="modSp mod">
        <pc:chgData name="Aditya Sharma" userId="2153f50bd0c698e0" providerId="LiveId" clId="{F177169D-CE89-4B59-B04D-DB07200DC47B}" dt="2026-03-16T04:49:12.038" v="38" actId="207"/>
        <pc:sldMkLst>
          <pc:docMk/>
          <pc:sldMk cId="1848783805" sldId="272"/>
        </pc:sldMkLst>
        <pc:spChg chg="mod">
          <ac:chgData name="Aditya Sharma" userId="2153f50bd0c698e0" providerId="LiveId" clId="{F177169D-CE89-4B59-B04D-DB07200DC47B}" dt="2026-03-16T04:47:24.841" v="24" actId="20577"/>
          <ac:spMkLst>
            <pc:docMk/>
            <pc:sldMk cId="1848783805" sldId="272"/>
            <ac:spMk id="2" creationId="{F7E6EEE9-BF54-E94E-15DF-8034065FD0D9}"/>
          </ac:spMkLst>
        </pc:spChg>
        <pc:spChg chg="mod ord">
          <ac:chgData name="Aditya Sharma" userId="2153f50bd0c698e0" providerId="LiveId" clId="{F177169D-CE89-4B59-B04D-DB07200DC47B}" dt="2026-03-16T04:49:12.038" v="38" actId="207"/>
          <ac:spMkLst>
            <pc:docMk/>
            <pc:sldMk cId="1848783805" sldId="272"/>
            <ac:spMk id="5" creationId="{235141D0-D37F-9A6B-5E7B-54AD6ED82835}"/>
          </ac:spMkLst>
        </pc:spChg>
      </pc:sldChg>
      <pc:sldChg chg="modSp mod">
        <pc:chgData name="Aditya Sharma" userId="2153f50bd0c698e0" providerId="LiveId" clId="{F177169D-CE89-4B59-B04D-DB07200DC47B}" dt="2026-03-16T04:46:24.889" v="0" actId="207"/>
        <pc:sldMkLst>
          <pc:docMk/>
          <pc:sldMk cId="874185500" sldId="277"/>
        </pc:sldMkLst>
        <pc:spChg chg="mod">
          <ac:chgData name="Aditya Sharma" userId="2153f50bd0c698e0" providerId="LiveId" clId="{F177169D-CE89-4B59-B04D-DB07200DC47B}" dt="2026-03-16T04:46:24.889" v="0" actId="207"/>
          <ac:spMkLst>
            <pc:docMk/>
            <pc:sldMk cId="874185500" sldId="277"/>
            <ac:spMk id="29" creationId="{07CE452F-94E5-5CBA-1D2F-6297BC69CC4F}"/>
          </ac:spMkLst>
        </pc:spChg>
      </pc:sldChg>
      <pc:sldChg chg="modSp mod">
        <pc:chgData name="Aditya Sharma" userId="2153f50bd0c698e0" providerId="LiveId" clId="{F177169D-CE89-4B59-B04D-DB07200DC47B}" dt="2026-03-16T04:49:29.272" v="44" actId="170"/>
        <pc:sldMkLst>
          <pc:docMk/>
          <pc:sldMk cId="3399093644" sldId="278"/>
        </pc:sldMkLst>
        <pc:spChg chg="mod">
          <ac:chgData name="Aditya Sharma" userId="2153f50bd0c698e0" providerId="LiveId" clId="{F177169D-CE89-4B59-B04D-DB07200DC47B}" dt="2026-03-16T04:47:32.610" v="26" actId="20577"/>
          <ac:spMkLst>
            <pc:docMk/>
            <pc:sldMk cId="3399093644" sldId="278"/>
            <ac:spMk id="2" creationId="{0B9C0251-72E8-0D82-0D3A-D09F71403788}"/>
          </ac:spMkLst>
        </pc:spChg>
        <pc:spChg chg="ord">
          <ac:chgData name="Aditya Sharma" userId="2153f50bd0c698e0" providerId="LiveId" clId="{F177169D-CE89-4B59-B04D-DB07200DC47B}" dt="2026-03-16T04:49:29.272" v="44" actId="170"/>
          <ac:spMkLst>
            <pc:docMk/>
            <pc:sldMk cId="3399093644" sldId="278"/>
            <ac:spMk id="4" creationId="{94939A53-217B-D1CE-1EFD-EDC9B7B1B6EF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A35C7A-0A3D-40C7-8C89-0A21AD70240E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18D69BF-AA5B-410C-A9FD-E93A842C6612}">
      <dgm:prSet phldrT="[Text]" phldr="0"/>
      <dgm:spPr/>
      <dgm:t>
        <a:bodyPr/>
        <a:lstStyle/>
        <a:p>
          <a:r>
            <a:rPr lang="en-IN" b="1" dirty="0">
              <a:latin typeface="Aptos" panose="020B0004020202020204" pitchFamily="34" charset="0"/>
            </a:rPr>
            <a:t>Result</a:t>
          </a:r>
        </a:p>
      </dgm:t>
    </dgm:pt>
    <dgm:pt modelId="{C045B30B-C81D-4AB4-9248-CAE055D074DF}" type="parTrans" cxnId="{C7A1698F-C5E6-474E-B0C3-9EA5792C353D}">
      <dgm:prSet/>
      <dgm:spPr/>
      <dgm:t>
        <a:bodyPr/>
        <a:lstStyle/>
        <a:p>
          <a:endParaRPr lang="en-IN"/>
        </a:p>
      </dgm:t>
    </dgm:pt>
    <dgm:pt modelId="{82E56FE4-B471-4FB4-9867-343A6C20E248}" type="sibTrans" cxnId="{C7A1698F-C5E6-474E-B0C3-9EA5792C353D}">
      <dgm:prSet/>
      <dgm:spPr/>
      <dgm:t>
        <a:bodyPr/>
        <a:lstStyle/>
        <a:p>
          <a:endParaRPr lang="en-IN"/>
        </a:p>
      </dgm:t>
    </dgm:pt>
    <dgm:pt modelId="{81C60BD4-D2DE-4D8D-960F-2DA0E1DD6982}">
      <dgm:prSet custT="1"/>
      <dgm:spPr/>
      <dgm:t>
        <a:bodyPr/>
        <a:lstStyle/>
        <a:p>
          <a:r>
            <a:rPr lang="en-IN" sz="3200" b="1" dirty="0">
              <a:latin typeface="Aptos" panose="020B0004020202020204" pitchFamily="34" charset="0"/>
            </a:rPr>
            <a:t>Paper</a:t>
          </a:r>
        </a:p>
      </dgm:t>
    </dgm:pt>
    <dgm:pt modelId="{21633771-73ED-4D5B-BC72-4ED0F25B497E}" type="parTrans" cxnId="{FA5B6A0E-8E5B-41F2-9A8E-BA7B8644AAD7}">
      <dgm:prSet/>
      <dgm:spPr/>
      <dgm:t>
        <a:bodyPr/>
        <a:lstStyle/>
        <a:p>
          <a:endParaRPr lang="en-IN"/>
        </a:p>
      </dgm:t>
    </dgm:pt>
    <dgm:pt modelId="{55BD849B-F489-4FB3-B398-58BE6CCF3C98}" type="sibTrans" cxnId="{FA5B6A0E-8E5B-41F2-9A8E-BA7B8644AAD7}">
      <dgm:prSet/>
      <dgm:spPr/>
      <dgm:t>
        <a:bodyPr/>
        <a:lstStyle/>
        <a:p>
          <a:endParaRPr lang="en-IN"/>
        </a:p>
      </dgm:t>
    </dgm:pt>
    <dgm:pt modelId="{C7C22CA0-3EF9-4CD2-B0E3-320D48E47236}" type="pres">
      <dgm:prSet presAssocID="{60A35C7A-0A3D-40C7-8C89-0A21AD70240E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2A3DABD5-2DE2-4C17-AC61-EA3E51D2A41B}" type="pres">
      <dgm:prSet presAssocID="{60A35C7A-0A3D-40C7-8C89-0A21AD70240E}" presName="cycle" presStyleCnt="0"/>
      <dgm:spPr/>
    </dgm:pt>
    <dgm:pt modelId="{AFC420E9-F302-4259-A0F2-1D4B74AECF0F}" type="pres">
      <dgm:prSet presAssocID="{60A35C7A-0A3D-40C7-8C89-0A21AD70240E}" presName="centerShape" presStyleCnt="0"/>
      <dgm:spPr/>
    </dgm:pt>
    <dgm:pt modelId="{2CF76C83-7484-4BA0-B2E7-F378707F074F}" type="pres">
      <dgm:prSet presAssocID="{60A35C7A-0A3D-40C7-8C89-0A21AD70240E}" presName="connSite" presStyleLbl="node1" presStyleIdx="0" presStyleCnt="3"/>
      <dgm:spPr/>
    </dgm:pt>
    <dgm:pt modelId="{475C1F90-3864-413C-B9AA-536750C379C7}" type="pres">
      <dgm:prSet presAssocID="{60A35C7A-0A3D-40C7-8C89-0A21AD70240E}" presName="visible" presStyleLbl="node1" presStyleIdx="0" presStyleCnt="3"/>
      <dgm:spPr>
        <a:solidFill>
          <a:schemeClr val="tx1"/>
        </a:solidFill>
      </dgm:spPr>
    </dgm:pt>
    <dgm:pt modelId="{EB46957A-97A4-4B5B-B441-95C983B3D0BD}" type="pres">
      <dgm:prSet presAssocID="{21633771-73ED-4D5B-BC72-4ED0F25B497E}" presName="Name25" presStyleLbl="parChTrans1D1" presStyleIdx="0" presStyleCnt="2"/>
      <dgm:spPr/>
    </dgm:pt>
    <dgm:pt modelId="{5CCAFEE7-A2C8-482A-801A-7D8FA7B60173}" type="pres">
      <dgm:prSet presAssocID="{81C60BD4-D2DE-4D8D-960F-2DA0E1DD6982}" presName="node" presStyleCnt="0"/>
      <dgm:spPr/>
    </dgm:pt>
    <dgm:pt modelId="{5F32EA9E-BD3B-4B70-BDCF-C88106B1482A}" type="pres">
      <dgm:prSet presAssocID="{81C60BD4-D2DE-4D8D-960F-2DA0E1DD6982}" presName="parentNode" presStyleLbl="node1" presStyleIdx="1" presStyleCnt="3" custScaleX="103203">
        <dgm:presLayoutVars>
          <dgm:chMax val="1"/>
          <dgm:bulletEnabled val="1"/>
        </dgm:presLayoutVars>
      </dgm:prSet>
      <dgm:spPr/>
    </dgm:pt>
    <dgm:pt modelId="{43ACBF02-C789-4D1F-BDCF-A1A9F756863B}" type="pres">
      <dgm:prSet presAssocID="{81C60BD4-D2DE-4D8D-960F-2DA0E1DD6982}" presName="childNode" presStyleLbl="revTx" presStyleIdx="0" presStyleCnt="0">
        <dgm:presLayoutVars>
          <dgm:bulletEnabled val="1"/>
        </dgm:presLayoutVars>
      </dgm:prSet>
      <dgm:spPr/>
    </dgm:pt>
    <dgm:pt modelId="{72712C31-838B-453E-913F-1A2CED224090}" type="pres">
      <dgm:prSet presAssocID="{C045B30B-C81D-4AB4-9248-CAE055D074DF}" presName="Name25" presStyleLbl="parChTrans1D1" presStyleIdx="1" presStyleCnt="2"/>
      <dgm:spPr/>
    </dgm:pt>
    <dgm:pt modelId="{79D8A007-91DC-457D-8E96-CE3A87616473}" type="pres">
      <dgm:prSet presAssocID="{B18D69BF-AA5B-410C-A9FD-E93A842C6612}" presName="node" presStyleCnt="0"/>
      <dgm:spPr/>
    </dgm:pt>
    <dgm:pt modelId="{F7FB3385-9438-41F0-ADE6-6EE085BA2D76}" type="pres">
      <dgm:prSet presAssocID="{B18D69BF-AA5B-410C-A9FD-E93A842C6612}" presName="parentNode" presStyleLbl="node1" presStyleIdx="2" presStyleCnt="3">
        <dgm:presLayoutVars>
          <dgm:chMax val="1"/>
          <dgm:bulletEnabled val="1"/>
        </dgm:presLayoutVars>
      </dgm:prSet>
      <dgm:spPr/>
    </dgm:pt>
    <dgm:pt modelId="{EC3A4D99-E67F-4983-ACC6-FC2DDAB9D9AE}" type="pres">
      <dgm:prSet presAssocID="{B18D69BF-AA5B-410C-A9FD-E93A842C6612}" presName="childNode" presStyleLbl="revTx" presStyleIdx="0" presStyleCnt="0">
        <dgm:presLayoutVars>
          <dgm:bulletEnabled val="1"/>
        </dgm:presLayoutVars>
      </dgm:prSet>
      <dgm:spPr/>
    </dgm:pt>
  </dgm:ptLst>
  <dgm:cxnLst>
    <dgm:cxn modelId="{66605603-94C9-42DC-A57E-A04C2A1514C6}" type="presOf" srcId="{81C60BD4-D2DE-4D8D-960F-2DA0E1DD6982}" destId="{5F32EA9E-BD3B-4B70-BDCF-C88106B1482A}" srcOrd="0" destOrd="0" presId="urn:microsoft.com/office/officeart/2005/8/layout/radial2"/>
    <dgm:cxn modelId="{FA5B6A0E-8E5B-41F2-9A8E-BA7B8644AAD7}" srcId="{60A35C7A-0A3D-40C7-8C89-0A21AD70240E}" destId="{81C60BD4-D2DE-4D8D-960F-2DA0E1DD6982}" srcOrd="0" destOrd="0" parTransId="{21633771-73ED-4D5B-BC72-4ED0F25B497E}" sibTransId="{55BD849B-F489-4FB3-B398-58BE6CCF3C98}"/>
    <dgm:cxn modelId="{8A972964-DD37-4A4A-BB4A-7012D555BC45}" type="presOf" srcId="{C045B30B-C81D-4AB4-9248-CAE055D074DF}" destId="{72712C31-838B-453E-913F-1A2CED224090}" srcOrd="0" destOrd="0" presId="urn:microsoft.com/office/officeart/2005/8/layout/radial2"/>
    <dgm:cxn modelId="{C7A1698F-C5E6-474E-B0C3-9EA5792C353D}" srcId="{60A35C7A-0A3D-40C7-8C89-0A21AD70240E}" destId="{B18D69BF-AA5B-410C-A9FD-E93A842C6612}" srcOrd="1" destOrd="0" parTransId="{C045B30B-C81D-4AB4-9248-CAE055D074DF}" sibTransId="{82E56FE4-B471-4FB4-9867-343A6C20E248}"/>
    <dgm:cxn modelId="{1C652AA7-B5C4-4B0B-A46E-6A902DA5BEBB}" type="presOf" srcId="{60A35C7A-0A3D-40C7-8C89-0A21AD70240E}" destId="{C7C22CA0-3EF9-4CD2-B0E3-320D48E47236}" srcOrd="0" destOrd="0" presId="urn:microsoft.com/office/officeart/2005/8/layout/radial2"/>
    <dgm:cxn modelId="{6B8C82BD-ACF7-4137-9DC6-3DADD439C4F4}" type="presOf" srcId="{B18D69BF-AA5B-410C-A9FD-E93A842C6612}" destId="{F7FB3385-9438-41F0-ADE6-6EE085BA2D76}" srcOrd="0" destOrd="0" presId="urn:microsoft.com/office/officeart/2005/8/layout/radial2"/>
    <dgm:cxn modelId="{FD4817FB-464C-4A1C-AED8-1DA70D124E38}" type="presOf" srcId="{21633771-73ED-4D5B-BC72-4ED0F25B497E}" destId="{EB46957A-97A4-4B5B-B441-95C983B3D0BD}" srcOrd="0" destOrd="0" presId="urn:microsoft.com/office/officeart/2005/8/layout/radial2"/>
    <dgm:cxn modelId="{9CE8F9AA-CA6B-4C59-B852-B8E4357E20DD}" type="presParOf" srcId="{C7C22CA0-3EF9-4CD2-B0E3-320D48E47236}" destId="{2A3DABD5-2DE2-4C17-AC61-EA3E51D2A41B}" srcOrd="0" destOrd="0" presId="urn:microsoft.com/office/officeart/2005/8/layout/radial2"/>
    <dgm:cxn modelId="{15BCA6E4-EF95-490C-BBF8-941185098095}" type="presParOf" srcId="{2A3DABD5-2DE2-4C17-AC61-EA3E51D2A41B}" destId="{AFC420E9-F302-4259-A0F2-1D4B74AECF0F}" srcOrd="0" destOrd="0" presId="urn:microsoft.com/office/officeart/2005/8/layout/radial2"/>
    <dgm:cxn modelId="{09754E23-67A7-4877-9A78-6EEAD5E9D418}" type="presParOf" srcId="{AFC420E9-F302-4259-A0F2-1D4B74AECF0F}" destId="{2CF76C83-7484-4BA0-B2E7-F378707F074F}" srcOrd="0" destOrd="0" presId="urn:microsoft.com/office/officeart/2005/8/layout/radial2"/>
    <dgm:cxn modelId="{8D122A20-B99B-4020-9403-6ABBAEA16539}" type="presParOf" srcId="{AFC420E9-F302-4259-A0F2-1D4B74AECF0F}" destId="{475C1F90-3864-413C-B9AA-536750C379C7}" srcOrd="1" destOrd="0" presId="urn:microsoft.com/office/officeart/2005/8/layout/radial2"/>
    <dgm:cxn modelId="{2885AA73-D5AE-44BA-873D-A5BE44D25F7A}" type="presParOf" srcId="{2A3DABD5-2DE2-4C17-AC61-EA3E51D2A41B}" destId="{EB46957A-97A4-4B5B-B441-95C983B3D0BD}" srcOrd="1" destOrd="0" presId="urn:microsoft.com/office/officeart/2005/8/layout/radial2"/>
    <dgm:cxn modelId="{459F7CA7-CBAA-4BBF-984C-7665D8594477}" type="presParOf" srcId="{2A3DABD5-2DE2-4C17-AC61-EA3E51D2A41B}" destId="{5CCAFEE7-A2C8-482A-801A-7D8FA7B60173}" srcOrd="2" destOrd="0" presId="urn:microsoft.com/office/officeart/2005/8/layout/radial2"/>
    <dgm:cxn modelId="{51A8BE89-AAE5-4A45-8CDE-1778CF89AD3D}" type="presParOf" srcId="{5CCAFEE7-A2C8-482A-801A-7D8FA7B60173}" destId="{5F32EA9E-BD3B-4B70-BDCF-C88106B1482A}" srcOrd="0" destOrd="0" presId="urn:microsoft.com/office/officeart/2005/8/layout/radial2"/>
    <dgm:cxn modelId="{2049951F-E081-45F1-9CE6-6B0D4CD8C38B}" type="presParOf" srcId="{5CCAFEE7-A2C8-482A-801A-7D8FA7B60173}" destId="{43ACBF02-C789-4D1F-BDCF-A1A9F756863B}" srcOrd="1" destOrd="0" presId="urn:microsoft.com/office/officeart/2005/8/layout/radial2"/>
    <dgm:cxn modelId="{1044CAF0-EAEF-47A2-BA9B-3E0250E1EB3A}" type="presParOf" srcId="{2A3DABD5-2DE2-4C17-AC61-EA3E51D2A41B}" destId="{72712C31-838B-453E-913F-1A2CED224090}" srcOrd="3" destOrd="0" presId="urn:microsoft.com/office/officeart/2005/8/layout/radial2"/>
    <dgm:cxn modelId="{64A43366-99AC-4CE4-95F5-7A1EECF3BA5C}" type="presParOf" srcId="{2A3DABD5-2DE2-4C17-AC61-EA3E51D2A41B}" destId="{79D8A007-91DC-457D-8E96-CE3A87616473}" srcOrd="4" destOrd="0" presId="urn:microsoft.com/office/officeart/2005/8/layout/radial2"/>
    <dgm:cxn modelId="{D9A4CF96-4254-458B-8C05-8BD3AAF7C2E8}" type="presParOf" srcId="{79D8A007-91DC-457D-8E96-CE3A87616473}" destId="{F7FB3385-9438-41F0-ADE6-6EE085BA2D76}" srcOrd="0" destOrd="0" presId="urn:microsoft.com/office/officeart/2005/8/layout/radial2"/>
    <dgm:cxn modelId="{15F9F9BF-D5DE-4231-9657-FA51CE1DE96B}" type="presParOf" srcId="{79D8A007-91DC-457D-8E96-CE3A87616473}" destId="{EC3A4D99-E67F-4983-ACC6-FC2DDAB9D9AE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A35C7A-0A3D-40C7-8C89-0A21AD70240E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18D69BF-AA5B-410C-A9FD-E93A842C6612}">
      <dgm:prSet phldrT="[Text]" phldr="0"/>
      <dgm:spPr>
        <a:solidFill>
          <a:schemeClr val="tx1"/>
        </a:solidFill>
      </dgm:spPr>
      <dgm:t>
        <a:bodyPr/>
        <a:lstStyle/>
        <a:p>
          <a:r>
            <a:rPr lang="en-IN" dirty="0"/>
            <a:t>Result</a:t>
          </a:r>
        </a:p>
      </dgm:t>
    </dgm:pt>
    <dgm:pt modelId="{82E56FE4-B471-4FB4-9867-343A6C20E248}" type="sibTrans" cxnId="{C7A1698F-C5E6-474E-B0C3-9EA5792C353D}">
      <dgm:prSet/>
      <dgm:spPr/>
      <dgm:t>
        <a:bodyPr/>
        <a:lstStyle/>
        <a:p>
          <a:endParaRPr lang="en-IN"/>
        </a:p>
      </dgm:t>
    </dgm:pt>
    <dgm:pt modelId="{C045B30B-C81D-4AB4-9248-CAE055D074DF}" type="parTrans" cxnId="{C7A1698F-C5E6-474E-B0C3-9EA5792C353D}">
      <dgm:prSet/>
      <dgm:spPr/>
      <dgm:t>
        <a:bodyPr/>
        <a:lstStyle/>
        <a:p>
          <a:endParaRPr lang="en-IN"/>
        </a:p>
      </dgm:t>
    </dgm:pt>
    <dgm:pt modelId="{896395E8-647F-40DC-8E64-7265CE188D0C}">
      <dgm:prSet phldrT="[Text]" phldr="0"/>
      <dgm:spPr>
        <a:solidFill>
          <a:schemeClr val="tx1"/>
        </a:solidFill>
      </dgm:spPr>
      <dgm:t>
        <a:bodyPr/>
        <a:lstStyle/>
        <a:p>
          <a:r>
            <a:rPr lang="en-IN" dirty="0">
              <a:latin typeface="Aptos" panose="020B0004020202020204" pitchFamily="34" charset="0"/>
            </a:rPr>
            <a:t>Paper</a:t>
          </a:r>
        </a:p>
      </dgm:t>
    </dgm:pt>
    <dgm:pt modelId="{D88CABE8-A08F-41D5-B594-31B62227C867}" type="sibTrans" cxnId="{789D1760-271C-41E6-914D-08B6B3BDCF19}">
      <dgm:prSet/>
      <dgm:spPr/>
      <dgm:t>
        <a:bodyPr/>
        <a:lstStyle/>
        <a:p>
          <a:endParaRPr lang="en-IN"/>
        </a:p>
      </dgm:t>
    </dgm:pt>
    <dgm:pt modelId="{E8A1CE4F-A57D-4CF8-B1C2-84C7D15C1A4C}" type="parTrans" cxnId="{789D1760-271C-41E6-914D-08B6B3BDCF19}">
      <dgm:prSet/>
      <dgm:spPr/>
      <dgm:t>
        <a:bodyPr/>
        <a:lstStyle/>
        <a:p>
          <a:endParaRPr lang="en-IN"/>
        </a:p>
      </dgm:t>
    </dgm:pt>
    <dgm:pt modelId="{C7C22CA0-3EF9-4CD2-B0E3-320D48E47236}" type="pres">
      <dgm:prSet presAssocID="{60A35C7A-0A3D-40C7-8C89-0A21AD70240E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2A3DABD5-2DE2-4C17-AC61-EA3E51D2A41B}" type="pres">
      <dgm:prSet presAssocID="{60A35C7A-0A3D-40C7-8C89-0A21AD70240E}" presName="cycle" presStyleCnt="0"/>
      <dgm:spPr/>
    </dgm:pt>
    <dgm:pt modelId="{AFC420E9-F302-4259-A0F2-1D4B74AECF0F}" type="pres">
      <dgm:prSet presAssocID="{60A35C7A-0A3D-40C7-8C89-0A21AD70240E}" presName="centerShape" presStyleCnt="0"/>
      <dgm:spPr/>
    </dgm:pt>
    <dgm:pt modelId="{2CF76C83-7484-4BA0-B2E7-F378707F074F}" type="pres">
      <dgm:prSet presAssocID="{60A35C7A-0A3D-40C7-8C89-0A21AD70240E}" presName="connSite" presStyleLbl="node1" presStyleIdx="0" presStyleCnt="3"/>
      <dgm:spPr/>
    </dgm:pt>
    <dgm:pt modelId="{475C1F90-3864-413C-B9AA-536750C379C7}" type="pres">
      <dgm:prSet presAssocID="{60A35C7A-0A3D-40C7-8C89-0A21AD70240E}" presName="visible" presStyleLbl="node1" presStyleIdx="0" presStyleCnt="3"/>
      <dgm:spPr>
        <a:solidFill>
          <a:schemeClr val="tx1"/>
        </a:solidFill>
      </dgm:spPr>
    </dgm:pt>
    <dgm:pt modelId="{6E54FECD-F3E0-481D-BD1C-DB0805B8858F}" type="pres">
      <dgm:prSet presAssocID="{E8A1CE4F-A57D-4CF8-B1C2-84C7D15C1A4C}" presName="Name25" presStyleLbl="parChTrans1D1" presStyleIdx="0" presStyleCnt="2"/>
      <dgm:spPr/>
    </dgm:pt>
    <dgm:pt modelId="{C86A59E1-C1AC-4028-9D08-5BA49CC948E8}" type="pres">
      <dgm:prSet presAssocID="{896395E8-647F-40DC-8E64-7265CE188D0C}" presName="node" presStyleCnt="0"/>
      <dgm:spPr/>
    </dgm:pt>
    <dgm:pt modelId="{568551A5-53DB-473A-8A84-8B302E9EEBA8}" type="pres">
      <dgm:prSet presAssocID="{896395E8-647F-40DC-8E64-7265CE188D0C}" presName="parentNode" presStyleLbl="node1" presStyleIdx="1" presStyleCnt="3">
        <dgm:presLayoutVars>
          <dgm:chMax val="1"/>
          <dgm:bulletEnabled val="1"/>
        </dgm:presLayoutVars>
      </dgm:prSet>
      <dgm:spPr/>
    </dgm:pt>
    <dgm:pt modelId="{6D4CAEE0-6923-4DE2-8EB9-9428BFC2C555}" type="pres">
      <dgm:prSet presAssocID="{896395E8-647F-40DC-8E64-7265CE188D0C}" presName="childNode" presStyleLbl="revTx" presStyleIdx="0" presStyleCnt="0">
        <dgm:presLayoutVars>
          <dgm:bulletEnabled val="1"/>
        </dgm:presLayoutVars>
      </dgm:prSet>
      <dgm:spPr/>
    </dgm:pt>
    <dgm:pt modelId="{72712C31-838B-453E-913F-1A2CED224090}" type="pres">
      <dgm:prSet presAssocID="{C045B30B-C81D-4AB4-9248-CAE055D074DF}" presName="Name25" presStyleLbl="parChTrans1D1" presStyleIdx="1" presStyleCnt="2"/>
      <dgm:spPr/>
    </dgm:pt>
    <dgm:pt modelId="{79D8A007-91DC-457D-8E96-CE3A87616473}" type="pres">
      <dgm:prSet presAssocID="{B18D69BF-AA5B-410C-A9FD-E93A842C6612}" presName="node" presStyleCnt="0"/>
      <dgm:spPr/>
    </dgm:pt>
    <dgm:pt modelId="{F7FB3385-9438-41F0-ADE6-6EE085BA2D76}" type="pres">
      <dgm:prSet presAssocID="{B18D69BF-AA5B-410C-A9FD-E93A842C6612}" presName="parentNode" presStyleLbl="node1" presStyleIdx="2" presStyleCnt="3">
        <dgm:presLayoutVars>
          <dgm:chMax val="1"/>
          <dgm:bulletEnabled val="1"/>
        </dgm:presLayoutVars>
      </dgm:prSet>
      <dgm:spPr/>
    </dgm:pt>
    <dgm:pt modelId="{EC3A4D99-E67F-4983-ACC6-FC2DDAB9D9AE}" type="pres">
      <dgm:prSet presAssocID="{B18D69BF-AA5B-410C-A9FD-E93A842C6612}" presName="childNode" presStyleLbl="revTx" presStyleIdx="0" presStyleCnt="0">
        <dgm:presLayoutVars>
          <dgm:bulletEnabled val="1"/>
        </dgm:presLayoutVars>
      </dgm:prSet>
      <dgm:spPr/>
    </dgm:pt>
  </dgm:ptLst>
  <dgm:cxnLst>
    <dgm:cxn modelId="{147AEE5C-A62F-4451-AD3A-8C7411E9058E}" type="presOf" srcId="{E8A1CE4F-A57D-4CF8-B1C2-84C7D15C1A4C}" destId="{6E54FECD-F3E0-481D-BD1C-DB0805B8858F}" srcOrd="0" destOrd="0" presId="urn:microsoft.com/office/officeart/2005/8/layout/radial2"/>
    <dgm:cxn modelId="{789D1760-271C-41E6-914D-08B6B3BDCF19}" srcId="{60A35C7A-0A3D-40C7-8C89-0A21AD70240E}" destId="{896395E8-647F-40DC-8E64-7265CE188D0C}" srcOrd="0" destOrd="0" parTransId="{E8A1CE4F-A57D-4CF8-B1C2-84C7D15C1A4C}" sibTransId="{D88CABE8-A08F-41D5-B594-31B62227C867}"/>
    <dgm:cxn modelId="{8A972964-DD37-4A4A-BB4A-7012D555BC45}" type="presOf" srcId="{C045B30B-C81D-4AB4-9248-CAE055D074DF}" destId="{72712C31-838B-453E-913F-1A2CED224090}" srcOrd="0" destOrd="0" presId="urn:microsoft.com/office/officeart/2005/8/layout/radial2"/>
    <dgm:cxn modelId="{85C6A258-6323-4E2F-84E6-FF8F2A96A18C}" type="presOf" srcId="{896395E8-647F-40DC-8E64-7265CE188D0C}" destId="{568551A5-53DB-473A-8A84-8B302E9EEBA8}" srcOrd="0" destOrd="0" presId="urn:microsoft.com/office/officeart/2005/8/layout/radial2"/>
    <dgm:cxn modelId="{C7A1698F-C5E6-474E-B0C3-9EA5792C353D}" srcId="{60A35C7A-0A3D-40C7-8C89-0A21AD70240E}" destId="{B18D69BF-AA5B-410C-A9FD-E93A842C6612}" srcOrd="1" destOrd="0" parTransId="{C045B30B-C81D-4AB4-9248-CAE055D074DF}" sibTransId="{82E56FE4-B471-4FB4-9867-343A6C20E248}"/>
    <dgm:cxn modelId="{1C652AA7-B5C4-4B0B-A46E-6A902DA5BEBB}" type="presOf" srcId="{60A35C7A-0A3D-40C7-8C89-0A21AD70240E}" destId="{C7C22CA0-3EF9-4CD2-B0E3-320D48E47236}" srcOrd="0" destOrd="0" presId="urn:microsoft.com/office/officeart/2005/8/layout/radial2"/>
    <dgm:cxn modelId="{6B8C82BD-ACF7-4137-9DC6-3DADD439C4F4}" type="presOf" srcId="{B18D69BF-AA5B-410C-A9FD-E93A842C6612}" destId="{F7FB3385-9438-41F0-ADE6-6EE085BA2D76}" srcOrd="0" destOrd="0" presId="urn:microsoft.com/office/officeart/2005/8/layout/radial2"/>
    <dgm:cxn modelId="{9CE8F9AA-CA6B-4C59-B852-B8E4357E20DD}" type="presParOf" srcId="{C7C22CA0-3EF9-4CD2-B0E3-320D48E47236}" destId="{2A3DABD5-2DE2-4C17-AC61-EA3E51D2A41B}" srcOrd="0" destOrd="0" presId="urn:microsoft.com/office/officeart/2005/8/layout/radial2"/>
    <dgm:cxn modelId="{15BCA6E4-EF95-490C-BBF8-941185098095}" type="presParOf" srcId="{2A3DABD5-2DE2-4C17-AC61-EA3E51D2A41B}" destId="{AFC420E9-F302-4259-A0F2-1D4B74AECF0F}" srcOrd="0" destOrd="0" presId="urn:microsoft.com/office/officeart/2005/8/layout/radial2"/>
    <dgm:cxn modelId="{09754E23-67A7-4877-9A78-6EEAD5E9D418}" type="presParOf" srcId="{AFC420E9-F302-4259-A0F2-1D4B74AECF0F}" destId="{2CF76C83-7484-4BA0-B2E7-F378707F074F}" srcOrd="0" destOrd="0" presId="urn:microsoft.com/office/officeart/2005/8/layout/radial2"/>
    <dgm:cxn modelId="{8D122A20-B99B-4020-9403-6ABBAEA16539}" type="presParOf" srcId="{AFC420E9-F302-4259-A0F2-1D4B74AECF0F}" destId="{475C1F90-3864-413C-B9AA-536750C379C7}" srcOrd="1" destOrd="0" presId="urn:microsoft.com/office/officeart/2005/8/layout/radial2"/>
    <dgm:cxn modelId="{0ADBD45A-EB17-44B4-BA34-1ED5ED8E16FC}" type="presParOf" srcId="{2A3DABD5-2DE2-4C17-AC61-EA3E51D2A41B}" destId="{6E54FECD-F3E0-481D-BD1C-DB0805B8858F}" srcOrd="1" destOrd="0" presId="urn:microsoft.com/office/officeart/2005/8/layout/radial2"/>
    <dgm:cxn modelId="{EEB0A345-34F8-4B05-9207-EC2DE2B64B8C}" type="presParOf" srcId="{2A3DABD5-2DE2-4C17-AC61-EA3E51D2A41B}" destId="{C86A59E1-C1AC-4028-9D08-5BA49CC948E8}" srcOrd="2" destOrd="0" presId="urn:microsoft.com/office/officeart/2005/8/layout/radial2"/>
    <dgm:cxn modelId="{5F99D246-0A3C-4C02-9604-EC823FD1FA4C}" type="presParOf" srcId="{C86A59E1-C1AC-4028-9D08-5BA49CC948E8}" destId="{568551A5-53DB-473A-8A84-8B302E9EEBA8}" srcOrd="0" destOrd="0" presId="urn:microsoft.com/office/officeart/2005/8/layout/radial2"/>
    <dgm:cxn modelId="{12E843A3-2263-434E-A071-D1E5BAA52988}" type="presParOf" srcId="{C86A59E1-C1AC-4028-9D08-5BA49CC948E8}" destId="{6D4CAEE0-6923-4DE2-8EB9-9428BFC2C555}" srcOrd="1" destOrd="0" presId="urn:microsoft.com/office/officeart/2005/8/layout/radial2"/>
    <dgm:cxn modelId="{1044CAF0-EAEF-47A2-BA9B-3E0250E1EB3A}" type="presParOf" srcId="{2A3DABD5-2DE2-4C17-AC61-EA3E51D2A41B}" destId="{72712C31-838B-453E-913F-1A2CED224090}" srcOrd="3" destOrd="0" presId="urn:microsoft.com/office/officeart/2005/8/layout/radial2"/>
    <dgm:cxn modelId="{64A43366-99AC-4CE4-95F5-7A1EECF3BA5C}" type="presParOf" srcId="{2A3DABD5-2DE2-4C17-AC61-EA3E51D2A41B}" destId="{79D8A007-91DC-457D-8E96-CE3A87616473}" srcOrd="4" destOrd="0" presId="urn:microsoft.com/office/officeart/2005/8/layout/radial2"/>
    <dgm:cxn modelId="{D9A4CF96-4254-458B-8C05-8BD3AAF7C2E8}" type="presParOf" srcId="{79D8A007-91DC-457D-8E96-CE3A87616473}" destId="{F7FB3385-9438-41F0-ADE6-6EE085BA2D76}" srcOrd="0" destOrd="0" presId="urn:microsoft.com/office/officeart/2005/8/layout/radial2"/>
    <dgm:cxn modelId="{15F9F9BF-D5DE-4231-9657-FA51CE1DE96B}" type="presParOf" srcId="{79D8A007-91DC-457D-8E96-CE3A87616473}" destId="{EC3A4D99-E67F-4983-ACC6-FC2DDAB9D9AE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0A35C7A-0A3D-40C7-8C89-0A21AD70240E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18D69BF-AA5B-410C-A9FD-E93A842C6612}">
      <dgm:prSet phldrT="[Text]" phldr="0"/>
      <dgm:spPr/>
      <dgm:t>
        <a:bodyPr/>
        <a:lstStyle/>
        <a:p>
          <a:r>
            <a:rPr lang="en-IN" b="1" dirty="0">
              <a:latin typeface="Aptos" panose="020B0004020202020204" pitchFamily="34" charset="0"/>
            </a:rPr>
            <a:t>Result</a:t>
          </a:r>
        </a:p>
      </dgm:t>
    </dgm:pt>
    <dgm:pt modelId="{C045B30B-C81D-4AB4-9248-CAE055D074DF}" type="parTrans" cxnId="{C7A1698F-C5E6-474E-B0C3-9EA5792C353D}">
      <dgm:prSet/>
      <dgm:spPr/>
      <dgm:t>
        <a:bodyPr/>
        <a:lstStyle/>
        <a:p>
          <a:endParaRPr lang="en-IN"/>
        </a:p>
      </dgm:t>
    </dgm:pt>
    <dgm:pt modelId="{82E56FE4-B471-4FB4-9867-343A6C20E248}" type="sibTrans" cxnId="{C7A1698F-C5E6-474E-B0C3-9EA5792C353D}">
      <dgm:prSet/>
      <dgm:spPr/>
      <dgm:t>
        <a:bodyPr/>
        <a:lstStyle/>
        <a:p>
          <a:endParaRPr lang="en-IN"/>
        </a:p>
      </dgm:t>
    </dgm:pt>
    <dgm:pt modelId="{81C60BD4-D2DE-4D8D-960F-2DA0E1DD6982}">
      <dgm:prSet custT="1"/>
      <dgm:spPr/>
      <dgm:t>
        <a:bodyPr/>
        <a:lstStyle/>
        <a:p>
          <a:r>
            <a:rPr lang="en-IN" sz="3200" b="1" dirty="0">
              <a:latin typeface="Aptos" panose="020B0004020202020204" pitchFamily="34" charset="0"/>
            </a:rPr>
            <a:t>Paper</a:t>
          </a:r>
        </a:p>
      </dgm:t>
    </dgm:pt>
    <dgm:pt modelId="{21633771-73ED-4D5B-BC72-4ED0F25B497E}" type="parTrans" cxnId="{FA5B6A0E-8E5B-41F2-9A8E-BA7B8644AAD7}">
      <dgm:prSet/>
      <dgm:spPr/>
      <dgm:t>
        <a:bodyPr/>
        <a:lstStyle/>
        <a:p>
          <a:endParaRPr lang="en-IN"/>
        </a:p>
      </dgm:t>
    </dgm:pt>
    <dgm:pt modelId="{55BD849B-F489-4FB3-B398-58BE6CCF3C98}" type="sibTrans" cxnId="{FA5B6A0E-8E5B-41F2-9A8E-BA7B8644AAD7}">
      <dgm:prSet/>
      <dgm:spPr/>
      <dgm:t>
        <a:bodyPr/>
        <a:lstStyle/>
        <a:p>
          <a:endParaRPr lang="en-IN"/>
        </a:p>
      </dgm:t>
    </dgm:pt>
    <dgm:pt modelId="{C7C22CA0-3EF9-4CD2-B0E3-320D48E47236}" type="pres">
      <dgm:prSet presAssocID="{60A35C7A-0A3D-40C7-8C89-0A21AD70240E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2A3DABD5-2DE2-4C17-AC61-EA3E51D2A41B}" type="pres">
      <dgm:prSet presAssocID="{60A35C7A-0A3D-40C7-8C89-0A21AD70240E}" presName="cycle" presStyleCnt="0"/>
      <dgm:spPr/>
    </dgm:pt>
    <dgm:pt modelId="{AFC420E9-F302-4259-A0F2-1D4B74AECF0F}" type="pres">
      <dgm:prSet presAssocID="{60A35C7A-0A3D-40C7-8C89-0A21AD70240E}" presName="centerShape" presStyleCnt="0"/>
      <dgm:spPr/>
    </dgm:pt>
    <dgm:pt modelId="{2CF76C83-7484-4BA0-B2E7-F378707F074F}" type="pres">
      <dgm:prSet presAssocID="{60A35C7A-0A3D-40C7-8C89-0A21AD70240E}" presName="connSite" presStyleLbl="node1" presStyleIdx="0" presStyleCnt="3"/>
      <dgm:spPr/>
    </dgm:pt>
    <dgm:pt modelId="{475C1F90-3864-413C-B9AA-536750C379C7}" type="pres">
      <dgm:prSet presAssocID="{60A35C7A-0A3D-40C7-8C89-0A21AD70240E}" presName="visible" presStyleLbl="node1" presStyleIdx="0" presStyleCnt="3"/>
      <dgm:spPr>
        <a:solidFill>
          <a:schemeClr val="tx1"/>
        </a:solidFill>
      </dgm:spPr>
    </dgm:pt>
    <dgm:pt modelId="{EB46957A-97A4-4B5B-B441-95C983B3D0BD}" type="pres">
      <dgm:prSet presAssocID="{21633771-73ED-4D5B-BC72-4ED0F25B497E}" presName="Name25" presStyleLbl="parChTrans1D1" presStyleIdx="0" presStyleCnt="2"/>
      <dgm:spPr/>
    </dgm:pt>
    <dgm:pt modelId="{5CCAFEE7-A2C8-482A-801A-7D8FA7B60173}" type="pres">
      <dgm:prSet presAssocID="{81C60BD4-D2DE-4D8D-960F-2DA0E1DD6982}" presName="node" presStyleCnt="0"/>
      <dgm:spPr/>
    </dgm:pt>
    <dgm:pt modelId="{5F32EA9E-BD3B-4B70-BDCF-C88106B1482A}" type="pres">
      <dgm:prSet presAssocID="{81C60BD4-D2DE-4D8D-960F-2DA0E1DD6982}" presName="parentNode" presStyleLbl="node1" presStyleIdx="1" presStyleCnt="3" custScaleX="103203">
        <dgm:presLayoutVars>
          <dgm:chMax val="1"/>
          <dgm:bulletEnabled val="1"/>
        </dgm:presLayoutVars>
      </dgm:prSet>
      <dgm:spPr/>
    </dgm:pt>
    <dgm:pt modelId="{43ACBF02-C789-4D1F-BDCF-A1A9F756863B}" type="pres">
      <dgm:prSet presAssocID="{81C60BD4-D2DE-4D8D-960F-2DA0E1DD6982}" presName="childNode" presStyleLbl="revTx" presStyleIdx="0" presStyleCnt="0">
        <dgm:presLayoutVars>
          <dgm:bulletEnabled val="1"/>
        </dgm:presLayoutVars>
      </dgm:prSet>
      <dgm:spPr/>
    </dgm:pt>
    <dgm:pt modelId="{72712C31-838B-453E-913F-1A2CED224090}" type="pres">
      <dgm:prSet presAssocID="{C045B30B-C81D-4AB4-9248-CAE055D074DF}" presName="Name25" presStyleLbl="parChTrans1D1" presStyleIdx="1" presStyleCnt="2"/>
      <dgm:spPr/>
    </dgm:pt>
    <dgm:pt modelId="{79D8A007-91DC-457D-8E96-CE3A87616473}" type="pres">
      <dgm:prSet presAssocID="{B18D69BF-AA5B-410C-A9FD-E93A842C6612}" presName="node" presStyleCnt="0"/>
      <dgm:spPr/>
    </dgm:pt>
    <dgm:pt modelId="{F7FB3385-9438-41F0-ADE6-6EE085BA2D76}" type="pres">
      <dgm:prSet presAssocID="{B18D69BF-AA5B-410C-A9FD-E93A842C6612}" presName="parentNode" presStyleLbl="node1" presStyleIdx="2" presStyleCnt="3">
        <dgm:presLayoutVars>
          <dgm:chMax val="1"/>
          <dgm:bulletEnabled val="1"/>
        </dgm:presLayoutVars>
      </dgm:prSet>
      <dgm:spPr/>
    </dgm:pt>
    <dgm:pt modelId="{EC3A4D99-E67F-4983-ACC6-FC2DDAB9D9AE}" type="pres">
      <dgm:prSet presAssocID="{B18D69BF-AA5B-410C-A9FD-E93A842C6612}" presName="childNode" presStyleLbl="revTx" presStyleIdx="0" presStyleCnt="0">
        <dgm:presLayoutVars>
          <dgm:bulletEnabled val="1"/>
        </dgm:presLayoutVars>
      </dgm:prSet>
      <dgm:spPr/>
    </dgm:pt>
  </dgm:ptLst>
  <dgm:cxnLst>
    <dgm:cxn modelId="{66605603-94C9-42DC-A57E-A04C2A1514C6}" type="presOf" srcId="{81C60BD4-D2DE-4D8D-960F-2DA0E1DD6982}" destId="{5F32EA9E-BD3B-4B70-BDCF-C88106B1482A}" srcOrd="0" destOrd="0" presId="urn:microsoft.com/office/officeart/2005/8/layout/radial2"/>
    <dgm:cxn modelId="{FA5B6A0E-8E5B-41F2-9A8E-BA7B8644AAD7}" srcId="{60A35C7A-0A3D-40C7-8C89-0A21AD70240E}" destId="{81C60BD4-D2DE-4D8D-960F-2DA0E1DD6982}" srcOrd="0" destOrd="0" parTransId="{21633771-73ED-4D5B-BC72-4ED0F25B497E}" sibTransId="{55BD849B-F489-4FB3-B398-58BE6CCF3C98}"/>
    <dgm:cxn modelId="{8A972964-DD37-4A4A-BB4A-7012D555BC45}" type="presOf" srcId="{C045B30B-C81D-4AB4-9248-CAE055D074DF}" destId="{72712C31-838B-453E-913F-1A2CED224090}" srcOrd="0" destOrd="0" presId="urn:microsoft.com/office/officeart/2005/8/layout/radial2"/>
    <dgm:cxn modelId="{C7A1698F-C5E6-474E-B0C3-9EA5792C353D}" srcId="{60A35C7A-0A3D-40C7-8C89-0A21AD70240E}" destId="{B18D69BF-AA5B-410C-A9FD-E93A842C6612}" srcOrd="1" destOrd="0" parTransId="{C045B30B-C81D-4AB4-9248-CAE055D074DF}" sibTransId="{82E56FE4-B471-4FB4-9867-343A6C20E248}"/>
    <dgm:cxn modelId="{1C652AA7-B5C4-4B0B-A46E-6A902DA5BEBB}" type="presOf" srcId="{60A35C7A-0A3D-40C7-8C89-0A21AD70240E}" destId="{C7C22CA0-3EF9-4CD2-B0E3-320D48E47236}" srcOrd="0" destOrd="0" presId="urn:microsoft.com/office/officeart/2005/8/layout/radial2"/>
    <dgm:cxn modelId="{6B8C82BD-ACF7-4137-9DC6-3DADD439C4F4}" type="presOf" srcId="{B18D69BF-AA5B-410C-A9FD-E93A842C6612}" destId="{F7FB3385-9438-41F0-ADE6-6EE085BA2D76}" srcOrd="0" destOrd="0" presId="urn:microsoft.com/office/officeart/2005/8/layout/radial2"/>
    <dgm:cxn modelId="{FD4817FB-464C-4A1C-AED8-1DA70D124E38}" type="presOf" srcId="{21633771-73ED-4D5B-BC72-4ED0F25B497E}" destId="{EB46957A-97A4-4B5B-B441-95C983B3D0BD}" srcOrd="0" destOrd="0" presId="urn:microsoft.com/office/officeart/2005/8/layout/radial2"/>
    <dgm:cxn modelId="{9CE8F9AA-CA6B-4C59-B852-B8E4357E20DD}" type="presParOf" srcId="{C7C22CA0-3EF9-4CD2-B0E3-320D48E47236}" destId="{2A3DABD5-2DE2-4C17-AC61-EA3E51D2A41B}" srcOrd="0" destOrd="0" presId="urn:microsoft.com/office/officeart/2005/8/layout/radial2"/>
    <dgm:cxn modelId="{15BCA6E4-EF95-490C-BBF8-941185098095}" type="presParOf" srcId="{2A3DABD5-2DE2-4C17-AC61-EA3E51D2A41B}" destId="{AFC420E9-F302-4259-A0F2-1D4B74AECF0F}" srcOrd="0" destOrd="0" presId="urn:microsoft.com/office/officeart/2005/8/layout/radial2"/>
    <dgm:cxn modelId="{09754E23-67A7-4877-9A78-6EEAD5E9D418}" type="presParOf" srcId="{AFC420E9-F302-4259-A0F2-1D4B74AECF0F}" destId="{2CF76C83-7484-4BA0-B2E7-F378707F074F}" srcOrd="0" destOrd="0" presId="urn:microsoft.com/office/officeart/2005/8/layout/radial2"/>
    <dgm:cxn modelId="{8D122A20-B99B-4020-9403-6ABBAEA16539}" type="presParOf" srcId="{AFC420E9-F302-4259-A0F2-1D4B74AECF0F}" destId="{475C1F90-3864-413C-B9AA-536750C379C7}" srcOrd="1" destOrd="0" presId="urn:microsoft.com/office/officeart/2005/8/layout/radial2"/>
    <dgm:cxn modelId="{2885AA73-D5AE-44BA-873D-A5BE44D25F7A}" type="presParOf" srcId="{2A3DABD5-2DE2-4C17-AC61-EA3E51D2A41B}" destId="{EB46957A-97A4-4B5B-B441-95C983B3D0BD}" srcOrd="1" destOrd="0" presId="urn:microsoft.com/office/officeart/2005/8/layout/radial2"/>
    <dgm:cxn modelId="{459F7CA7-CBAA-4BBF-984C-7665D8594477}" type="presParOf" srcId="{2A3DABD5-2DE2-4C17-AC61-EA3E51D2A41B}" destId="{5CCAFEE7-A2C8-482A-801A-7D8FA7B60173}" srcOrd="2" destOrd="0" presId="urn:microsoft.com/office/officeart/2005/8/layout/radial2"/>
    <dgm:cxn modelId="{51A8BE89-AAE5-4A45-8CDE-1778CF89AD3D}" type="presParOf" srcId="{5CCAFEE7-A2C8-482A-801A-7D8FA7B60173}" destId="{5F32EA9E-BD3B-4B70-BDCF-C88106B1482A}" srcOrd="0" destOrd="0" presId="urn:microsoft.com/office/officeart/2005/8/layout/radial2"/>
    <dgm:cxn modelId="{2049951F-E081-45F1-9CE6-6B0D4CD8C38B}" type="presParOf" srcId="{5CCAFEE7-A2C8-482A-801A-7D8FA7B60173}" destId="{43ACBF02-C789-4D1F-BDCF-A1A9F756863B}" srcOrd="1" destOrd="0" presId="urn:microsoft.com/office/officeart/2005/8/layout/radial2"/>
    <dgm:cxn modelId="{1044CAF0-EAEF-47A2-BA9B-3E0250E1EB3A}" type="presParOf" srcId="{2A3DABD5-2DE2-4C17-AC61-EA3E51D2A41B}" destId="{72712C31-838B-453E-913F-1A2CED224090}" srcOrd="3" destOrd="0" presId="urn:microsoft.com/office/officeart/2005/8/layout/radial2"/>
    <dgm:cxn modelId="{64A43366-99AC-4CE4-95F5-7A1EECF3BA5C}" type="presParOf" srcId="{2A3DABD5-2DE2-4C17-AC61-EA3E51D2A41B}" destId="{79D8A007-91DC-457D-8E96-CE3A87616473}" srcOrd="4" destOrd="0" presId="urn:microsoft.com/office/officeart/2005/8/layout/radial2"/>
    <dgm:cxn modelId="{D9A4CF96-4254-458B-8C05-8BD3AAF7C2E8}" type="presParOf" srcId="{79D8A007-91DC-457D-8E96-CE3A87616473}" destId="{F7FB3385-9438-41F0-ADE6-6EE085BA2D76}" srcOrd="0" destOrd="0" presId="urn:microsoft.com/office/officeart/2005/8/layout/radial2"/>
    <dgm:cxn modelId="{15F9F9BF-D5DE-4231-9657-FA51CE1DE96B}" type="presParOf" srcId="{79D8A007-91DC-457D-8E96-CE3A87616473}" destId="{EC3A4D99-E67F-4983-ACC6-FC2DDAB9D9AE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712C31-838B-453E-913F-1A2CED224090}">
      <dsp:nvSpPr>
        <dsp:cNvPr id="0" name=""/>
        <dsp:cNvSpPr/>
      </dsp:nvSpPr>
      <dsp:spPr>
        <a:xfrm rot="1758552">
          <a:off x="2532530" y="3514594"/>
          <a:ext cx="963021" cy="68027"/>
        </a:xfrm>
        <a:custGeom>
          <a:avLst/>
          <a:gdLst/>
          <a:ahLst/>
          <a:cxnLst/>
          <a:rect l="0" t="0" r="0" b="0"/>
          <a:pathLst>
            <a:path>
              <a:moveTo>
                <a:pt x="0" y="34013"/>
              </a:moveTo>
              <a:lnTo>
                <a:pt x="963021" y="3401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46957A-97A4-4B5B-B441-95C983B3D0BD}">
      <dsp:nvSpPr>
        <dsp:cNvPr id="0" name=""/>
        <dsp:cNvSpPr/>
      </dsp:nvSpPr>
      <dsp:spPr>
        <a:xfrm rot="19837457">
          <a:off x="2534146" y="1841124"/>
          <a:ext cx="933628" cy="68027"/>
        </a:xfrm>
        <a:custGeom>
          <a:avLst/>
          <a:gdLst/>
          <a:ahLst/>
          <a:cxnLst/>
          <a:rect l="0" t="0" r="0" b="0"/>
          <a:pathLst>
            <a:path>
              <a:moveTo>
                <a:pt x="0" y="34013"/>
              </a:moveTo>
              <a:lnTo>
                <a:pt x="933628" y="3401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5C1F90-3864-413C-B9AA-536750C379C7}">
      <dsp:nvSpPr>
        <dsp:cNvPr id="0" name=""/>
        <dsp:cNvSpPr/>
      </dsp:nvSpPr>
      <dsp:spPr>
        <a:xfrm>
          <a:off x="-16872" y="1173427"/>
          <a:ext cx="3071812" cy="3071812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32EA9E-BD3B-4B70-BDCF-C88106B1482A}">
      <dsp:nvSpPr>
        <dsp:cNvPr id="0" name=""/>
        <dsp:cNvSpPr/>
      </dsp:nvSpPr>
      <dsp:spPr>
        <a:xfrm>
          <a:off x="3279052" y="261688"/>
          <a:ext cx="1902121" cy="18430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latin typeface="Aptos" panose="020B0004020202020204" pitchFamily="34" charset="0"/>
            </a:rPr>
            <a:t>Paper</a:t>
          </a:r>
        </a:p>
      </dsp:txBody>
      <dsp:txXfrm>
        <a:off x="3557611" y="531602"/>
        <a:ext cx="1345003" cy="1303259"/>
      </dsp:txXfrm>
    </dsp:sp>
    <dsp:sp modelId="{F7FB3385-9438-41F0-ADE6-6EE085BA2D76}">
      <dsp:nvSpPr>
        <dsp:cNvPr id="0" name=""/>
        <dsp:cNvSpPr/>
      </dsp:nvSpPr>
      <dsp:spPr>
        <a:xfrm>
          <a:off x="3315948" y="3313890"/>
          <a:ext cx="1843087" cy="18430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b="1" kern="1200" dirty="0">
              <a:latin typeface="Aptos" panose="020B0004020202020204" pitchFamily="34" charset="0"/>
            </a:rPr>
            <a:t>Result</a:t>
          </a:r>
        </a:p>
      </dsp:txBody>
      <dsp:txXfrm>
        <a:off x="3585862" y="3583804"/>
        <a:ext cx="1303259" cy="13032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712C31-838B-453E-913F-1A2CED224090}">
      <dsp:nvSpPr>
        <dsp:cNvPr id="0" name=""/>
        <dsp:cNvSpPr/>
      </dsp:nvSpPr>
      <dsp:spPr>
        <a:xfrm rot="1756271">
          <a:off x="2437963" y="3190400"/>
          <a:ext cx="933431" cy="67939"/>
        </a:xfrm>
        <a:custGeom>
          <a:avLst/>
          <a:gdLst/>
          <a:ahLst/>
          <a:cxnLst/>
          <a:rect l="0" t="0" r="0" b="0"/>
          <a:pathLst>
            <a:path>
              <a:moveTo>
                <a:pt x="0" y="33969"/>
              </a:moveTo>
              <a:lnTo>
                <a:pt x="933431" y="3396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54FECD-F3E0-481D-BD1C-DB0805B8858F}">
      <dsp:nvSpPr>
        <dsp:cNvPr id="0" name=""/>
        <dsp:cNvSpPr/>
      </dsp:nvSpPr>
      <dsp:spPr>
        <a:xfrm rot="19843729">
          <a:off x="2437963" y="1581490"/>
          <a:ext cx="933431" cy="67939"/>
        </a:xfrm>
        <a:custGeom>
          <a:avLst/>
          <a:gdLst/>
          <a:ahLst/>
          <a:cxnLst/>
          <a:rect l="0" t="0" r="0" b="0"/>
          <a:pathLst>
            <a:path>
              <a:moveTo>
                <a:pt x="0" y="33969"/>
              </a:moveTo>
              <a:lnTo>
                <a:pt x="933431" y="3396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5C1F90-3864-413C-B9AA-536750C379C7}">
      <dsp:nvSpPr>
        <dsp:cNvPr id="0" name=""/>
        <dsp:cNvSpPr/>
      </dsp:nvSpPr>
      <dsp:spPr>
        <a:xfrm>
          <a:off x="768" y="951216"/>
          <a:ext cx="2937396" cy="2937396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8551A5-53DB-473A-8A84-8B302E9EEBA8}">
      <dsp:nvSpPr>
        <dsp:cNvPr id="0" name=""/>
        <dsp:cNvSpPr/>
      </dsp:nvSpPr>
      <dsp:spPr>
        <a:xfrm>
          <a:off x="3199284" y="75176"/>
          <a:ext cx="1762438" cy="1762438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 dirty="0">
              <a:latin typeface="Aptos" panose="020B0004020202020204" pitchFamily="34" charset="0"/>
            </a:rPr>
            <a:t>Paper</a:t>
          </a:r>
        </a:p>
      </dsp:txBody>
      <dsp:txXfrm>
        <a:off x="3457387" y="333279"/>
        <a:ext cx="1246232" cy="1246232"/>
      </dsp:txXfrm>
    </dsp:sp>
    <dsp:sp modelId="{F7FB3385-9438-41F0-ADE6-6EE085BA2D76}">
      <dsp:nvSpPr>
        <dsp:cNvPr id="0" name=""/>
        <dsp:cNvSpPr/>
      </dsp:nvSpPr>
      <dsp:spPr>
        <a:xfrm>
          <a:off x="3199284" y="3002215"/>
          <a:ext cx="1762438" cy="1762438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 dirty="0"/>
            <a:t>Result</a:t>
          </a:r>
        </a:p>
      </dsp:txBody>
      <dsp:txXfrm>
        <a:off x="3457387" y="3260318"/>
        <a:ext cx="1246232" cy="12462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712C31-838B-453E-913F-1A2CED224090}">
      <dsp:nvSpPr>
        <dsp:cNvPr id="0" name=""/>
        <dsp:cNvSpPr/>
      </dsp:nvSpPr>
      <dsp:spPr>
        <a:xfrm rot="1758552">
          <a:off x="2532530" y="3514594"/>
          <a:ext cx="963021" cy="68027"/>
        </a:xfrm>
        <a:custGeom>
          <a:avLst/>
          <a:gdLst/>
          <a:ahLst/>
          <a:cxnLst/>
          <a:rect l="0" t="0" r="0" b="0"/>
          <a:pathLst>
            <a:path>
              <a:moveTo>
                <a:pt x="0" y="34013"/>
              </a:moveTo>
              <a:lnTo>
                <a:pt x="963021" y="3401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46957A-97A4-4B5B-B441-95C983B3D0BD}">
      <dsp:nvSpPr>
        <dsp:cNvPr id="0" name=""/>
        <dsp:cNvSpPr/>
      </dsp:nvSpPr>
      <dsp:spPr>
        <a:xfrm rot="19837457">
          <a:off x="2534146" y="1841124"/>
          <a:ext cx="933628" cy="68027"/>
        </a:xfrm>
        <a:custGeom>
          <a:avLst/>
          <a:gdLst/>
          <a:ahLst/>
          <a:cxnLst/>
          <a:rect l="0" t="0" r="0" b="0"/>
          <a:pathLst>
            <a:path>
              <a:moveTo>
                <a:pt x="0" y="34013"/>
              </a:moveTo>
              <a:lnTo>
                <a:pt x="933628" y="3401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5C1F90-3864-413C-B9AA-536750C379C7}">
      <dsp:nvSpPr>
        <dsp:cNvPr id="0" name=""/>
        <dsp:cNvSpPr/>
      </dsp:nvSpPr>
      <dsp:spPr>
        <a:xfrm>
          <a:off x="-16872" y="1173427"/>
          <a:ext cx="3071812" cy="3071812"/>
        </a:xfrm>
        <a:prstGeom prst="ellipse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32EA9E-BD3B-4B70-BDCF-C88106B1482A}">
      <dsp:nvSpPr>
        <dsp:cNvPr id="0" name=""/>
        <dsp:cNvSpPr/>
      </dsp:nvSpPr>
      <dsp:spPr>
        <a:xfrm>
          <a:off x="3279052" y="261688"/>
          <a:ext cx="1902121" cy="18430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>
              <a:latin typeface="Aptos" panose="020B0004020202020204" pitchFamily="34" charset="0"/>
            </a:rPr>
            <a:t>Paper</a:t>
          </a:r>
        </a:p>
      </dsp:txBody>
      <dsp:txXfrm>
        <a:off x="3557611" y="531602"/>
        <a:ext cx="1345003" cy="1303259"/>
      </dsp:txXfrm>
    </dsp:sp>
    <dsp:sp modelId="{F7FB3385-9438-41F0-ADE6-6EE085BA2D76}">
      <dsp:nvSpPr>
        <dsp:cNvPr id="0" name=""/>
        <dsp:cNvSpPr/>
      </dsp:nvSpPr>
      <dsp:spPr>
        <a:xfrm>
          <a:off x="3315948" y="3313890"/>
          <a:ext cx="1843087" cy="18430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b="1" kern="1200" dirty="0">
              <a:latin typeface="Aptos" panose="020B0004020202020204" pitchFamily="34" charset="0"/>
            </a:rPr>
            <a:t>Result</a:t>
          </a:r>
        </a:p>
      </dsp:txBody>
      <dsp:txXfrm>
        <a:off x="3585862" y="3583804"/>
        <a:ext cx="1303259" cy="13032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421D08-52A7-42E5-9152-F094439821A9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E327DF-1F2B-4F80-9143-87FC2E6A4D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154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327DF-1F2B-4F80-9143-87FC2E6A4DC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479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FFA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72000" y="-24"/>
            <a:ext cx="4572000" cy="5143500"/>
          </a:xfrm>
          <a:custGeom>
            <a:avLst/>
            <a:gdLst/>
            <a:ahLst/>
            <a:cxnLst/>
            <a:rect l="l" t="t" r="r" b="b"/>
            <a:pathLst>
              <a:path w="4572000" h="5143500">
                <a:moveTo>
                  <a:pt x="4571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4571999" y="0"/>
                </a:lnTo>
                <a:lnTo>
                  <a:pt x="4571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2550" y="61848"/>
            <a:ext cx="5746135" cy="6009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7874" y="811648"/>
            <a:ext cx="7866380" cy="3200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FDBC5-A1B4-E476-4216-2CD2FDA35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4295709-1184-02AC-5FB9-18039DCB4738}"/>
              </a:ext>
            </a:extLst>
          </p:cNvPr>
          <p:cNvSpPr/>
          <p:nvPr/>
        </p:nvSpPr>
        <p:spPr>
          <a:xfrm>
            <a:off x="397175" y="3199575"/>
            <a:ext cx="937894" cy="777240"/>
          </a:xfrm>
          <a:custGeom>
            <a:avLst/>
            <a:gdLst/>
            <a:ahLst/>
            <a:cxnLst/>
            <a:rect l="l" t="t" r="r" b="b"/>
            <a:pathLst>
              <a:path w="937894" h="777239">
                <a:moveTo>
                  <a:pt x="0" y="0"/>
                </a:moveTo>
                <a:lnTo>
                  <a:pt x="937499" y="0"/>
                </a:lnTo>
                <a:lnTo>
                  <a:pt x="937499" y="776999"/>
                </a:lnTo>
                <a:lnTo>
                  <a:pt x="0" y="7769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AF699B-2204-72E2-19BC-292B09963D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3168230E-8387-89C9-5674-4D3D1A935A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6449" y="168976"/>
            <a:ext cx="8991599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200" b="1" dirty="0">
                <a:latin typeface="Aptos" panose="020B0004020202020204" pitchFamily="34" charset="0"/>
              </a:rPr>
              <a:t>“High Performance Carry Save Adder </a:t>
            </a:r>
            <a:br>
              <a:rPr lang="en-IN" sz="3200" b="1" dirty="0">
                <a:latin typeface="Aptos" panose="020B0004020202020204" pitchFamily="34" charset="0"/>
              </a:rPr>
            </a:br>
            <a:r>
              <a:rPr lang="en-IN" sz="3200" b="1" dirty="0">
                <a:latin typeface="Aptos" panose="020B0004020202020204" pitchFamily="34" charset="0"/>
              </a:rPr>
              <a:t>Design : Based on </a:t>
            </a:r>
            <a:r>
              <a:rPr lang="en-US" sz="3200" b="1" dirty="0">
                <a:latin typeface="Aptos" panose="020B0004020202020204" pitchFamily="34" charset="0"/>
              </a:rPr>
              <a:t>Parallel Addition Technique”</a:t>
            </a:r>
            <a:endParaRPr sz="3200" b="1" dirty="0">
              <a:latin typeface="Aptos" panose="020B0004020202020204" pitchFamily="34" charset="0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B171CF6-5ED2-37F5-B7DB-512F7B22B44E}"/>
              </a:ext>
            </a:extLst>
          </p:cNvPr>
          <p:cNvSpPr txBox="1"/>
          <p:nvPr/>
        </p:nvSpPr>
        <p:spPr>
          <a:xfrm>
            <a:off x="533400" y="4248150"/>
            <a:ext cx="880515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Roll no.’s :         230102059	                230102064	          230102065</a:t>
            </a:r>
          </a:p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Names :	          Aditya Sharma               Anuj Gupta	          Piyush Prasad</a:t>
            </a:r>
            <a:endParaRPr lang="en-IN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463674-2964-E347-E78C-AB89A7867448}"/>
              </a:ext>
            </a:extLst>
          </p:cNvPr>
          <p:cNvSpPr txBox="1"/>
          <p:nvPr/>
        </p:nvSpPr>
        <p:spPr>
          <a:xfrm>
            <a:off x="457200" y="3867214"/>
            <a:ext cx="1275044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ptos" panose="020B0004020202020204" pitchFamily="34" charset="0"/>
              </a:rPr>
              <a:t>Group - 5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9B648E-C84A-0BBC-A5BA-1DA07AB692A2}"/>
              </a:ext>
            </a:extLst>
          </p:cNvPr>
          <p:cNvSpPr txBox="1"/>
          <p:nvPr/>
        </p:nvSpPr>
        <p:spPr>
          <a:xfrm>
            <a:off x="7162800" y="0"/>
            <a:ext cx="2251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Date – 16</a:t>
            </a:r>
            <a:r>
              <a:rPr lang="en-IN" b="1" baseline="30000" dirty="0">
                <a:solidFill>
                  <a:schemeClr val="bg1"/>
                </a:solidFill>
                <a:latin typeface="Aptos" panose="020B0004020202020204" pitchFamily="34" charset="0"/>
              </a:rPr>
              <a:t>th</a:t>
            </a:r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 Mar 26</a:t>
            </a:r>
          </a:p>
        </p:txBody>
      </p:sp>
    </p:spTree>
    <p:extLst>
      <p:ext uri="{BB962C8B-B14F-4D97-AF65-F5344CB8AC3E}">
        <p14:creationId xmlns:p14="http://schemas.microsoft.com/office/powerpoint/2010/main" val="2777673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9B39F2E-30E9-9179-533A-C016841A4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6C046C7-FF37-B682-88B7-78B5CB81520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26A6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17B346D-31B8-F7B0-CA69-DC6B607312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550" y="61848"/>
            <a:ext cx="5746135" cy="609385"/>
          </a:xfrm>
          <a:prstGeom prst="rect">
            <a:avLst/>
          </a:prstGeom>
        </p:spPr>
        <p:txBody>
          <a:bodyPr vert="horz" wrap="square" lIns="0" tIns="176772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100"/>
              </a:spcBef>
            </a:pPr>
            <a:r>
              <a:rPr lang="en-IN" sz="2800" b="1" u="sng" spc="150" dirty="0">
                <a:solidFill>
                  <a:schemeClr val="tx1"/>
                </a:solidFill>
                <a:latin typeface="Aptos" panose="020B0004020202020204" pitchFamily="34" charset="0"/>
              </a:rPr>
              <a:t>1. Recap of Week 4</a:t>
            </a:r>
            <a:r>
              <a:rPr lang="en-IN" sz="2800" b="1" u="sng" spc="150" dirty="0">
                <a:solidFill>
                  <a:srgbClr val="FFFAF0"/>
                </a:solidFill>
                <a:latin typeface="Aptos" panose="020B0004020202020204" pitchFamily="34" charset="0"/>
              </a:rPr>
              <a:t> </a:t>
            </a:r>
            <a:endParaRPr sz="2800" b="1" u="sng" dirty="0">
              <a:latin typeface="Aptos" panose="020B000402020202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62A100D-2634-8F59-6D0A-6009F15A1E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200" y="514351"/>
            <a:ext cx="9296400" cy="389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dirty="0">
              <a:latin typeface="Aptos" panose="020B00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Aptos" panose="020B0004020202020204" pitchFamily="34" charset="0"/>
              </a:rPr>
              <a:t>• Derived the mathematical equations for sum and carry generation in CSA</a:t>
            </a:r>
          </a:p>
          <a:p>
            <a:r>
              <a:rPr lang="en-US" dirty="0">
                <a:latin typeface="Aptos" panose="020B0004020202020204" pitchFamily="34" charset="0"/>
              </a:rPr>
              <a:t>• Analyzed important performance parameters including:</a:t>
            </a:r>
          </a:p>
          <a:p>
            <a:r>
              <a:rPr lang="en-US" dirty="0">
                <a:latin typeface="Aptos" panose="020B0004020202020204" pitchFamily="34" charset="0"/>
              </a:rPr>
              <a:t>      • Latency</a:t>
            </a:r>
          </a:p>
          <a:p>
            <a:r>
              <a:rPr lang="en-US" dirty="0">
                <a:latin typeface="Aptos" panose="020B0004020202020204" pitchFamily="34" charset="0"/>
              </a:rPr>
              <a:t>      • Throughput</a:t>
            </a:r>
          </a:p>
          <a:p>
            <a:r>
              <a:rPr lang="en-US" dirty="0">
                <a:latin typeface="Aptos" panose="020B0004020202020204" pitchFamily="34" charset="0"/>
              </a:rPr>
              <a:t>      • Propagation Delay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Aptos" panose="020B0004020202020204" pitchFamily="34" charset="0"/>
              </a:rPr>
              <a:t>• Studied the impact on area utilization and power consumption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Aptos" panose="020B0004020202020204" pitchFamily="34" charset="0"/>
              </a:rPr>
              <a:t>• Prepared design hierarchy for implementation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Aptos" panose="020B0004020202020204" pitchFamily="34" charset="0"/>
              </a:rPr>
              <a:t>• Converted mathematical CSA equations into RTL logic structure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Aptos" panose="020B0004020202020204" pitchFamily="34" charset="0"/>
              </a:rPr>
              <a:t>• Observed that CSA provides bit-width independent delay for intermediate                                       addition stages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Aptos" panose="020B0004020202020204" pitchFamily="34" charset="0"/>
              </a:rPr>
              <a:t>•  Examined the relationship between switching activity and power consumption in digital circuits</a:t>
            </a:r>
          </a:p>
        </p:txBody>
      </p:sp>
    </p:spTree>
    <p:extLst>
      <p:ext uri="{BB962C8B-B14F-4D97-AF65-F5344CB8AC3E}">
        <p14:creationId xmlns:p14="http://schemas.microsoft.com/office/powerpoint/2010/main" val="4219148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6A69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AD1D34-5367-AEF5-2A0F-785EDEABE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4">
            <a:extLst>
              <a:ext uri="{FF2B5EF4-FFF2-40B4-BE49-F238E27FC236}">
                <a16:creationId xmlns:a16="http://schemas.microsoft.com/office/drawing/2014/main" id="{858C66E5-F9B0-0022-4E03-83BBF85B65E6}"/>
              </a:ext>
            </a:extLst>
          </p:cNvPr>
          <p:cNvSpPr txBox="1"/>
          <p:nvPr/>
        </p:nvSpPr>
        <p:spPr>
          <a:xfrm>
            <a:off x="4999990" y="753017"/>
            <a:ext cx="1307794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600" b="1" u="sng" spc="-55" dirty="0">
                <a:latin typeface="Aptos" panose="020B0004020202020204" pitchFamily="34" charset="0"/>
                <a:cs typeface="Arial"/>
              </a:rPr>
              <a:t>CSA  + CLA</a:t>
            </a:r>
            <a:endParaRPr lang="en-IN" sz="1600" u="sng" dirty="0">
              <a:latin typeface="Aptos" panose="020B0004020202020204" pitchFamily="34" charset="0"/>
              <a:cs typeface="Arial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CB70979B-7A1B-E475-A989-26D6B5078A0C}"/>
              </a:ext>
            </a:extLst>
          </p:cNvPr>
          <p:cNvSpPr txBox="1"/>
          <p:nvPr/>
        </p:nvSpPr>
        <p:spPr>
          <a:xfrm>
            <a:off x="2172660" y="722075"/>
            <a:ext cx="195270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600" b="1" u="sng" dirty="0">
                <a:latin typeface="Aptos" panose="020B0004020202020204" pitchFamily="34" charset="0"/>
                <a:cs typeface="Arial"/>
              </a:rPr>
              <a:t>Domino Logic CSA</a:t>
            </a:r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89AF8BF5-CBC3-E9CF-51F0-07B4637FC54A}"/>
              </a:ext>
            </a:extLst>
          </p:cNvPr>
          <p:cNvSpPr txBox="1"/>
          <p:nvPr/>
        </p:nvSpPr>
        <p:spPr>
          <a:xfrm>
            <a:off x="94277" y="1146176"/>
            <a:ext cx="1349375" cy="45435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48615" marR="5080" indent="-336550">
              <a:lnSpc>
                <a:spcPts val="1650"/>
              </a:lnSpc>
              <a:spcBef>
                <a:spcPts val="180"/>
              </a:spcBef>
              <a:buChar char="●"/>
              <a:tabLst>
                <a:tab pos="348615" algn="l"/>
              </a:tabLst>
            </a:pPr>
            <a:r>
              <a:rPr lang="en-IN" sz="1400" dirty="0">
                <a:latin typeface="Aptos" panose="020B0004020202020204" pitchFamily="34" charset="0"/>
                <a:cs typeface="Arial MT"/>
              </a:rPr>
              <a:t>Design Technique</a:t>
            </a:r>
            <a:endParaRPr sz="1400" dirty="0">
              <a:latin typeface="Aptos" panose="020B0004020202020204" pitchFamily="34" charset="0"/>
              <a:cs typeface="Arial MT"/>
            </a:endParaRPr>
          </a:p>
        </p:txBody>
      </p:sp>
      <p:sp>
        <p:nvSpPr>
          <p:cNvPr id="18" name="object 11">
            <a:extLst>
              <a:ext uri="{FF2B5EF4-FFF2-40B4-BE49-F238E27FC236}">
                <a16:creationId xmlns:a16="http://schemas.microsoft.com/office/drawing/2014/main" id="{BA804CD7-FB00-3296-E66D-17766052C3D7}"/>
              </a:ext>
            </a:extLst>
          </p:cNvPr>
          <p:cNvSpPr txBox="1"/>
          <p:nvPr/>
        </p:nvSpPr>
        <p:spPr>
          <a:xfrm>
            <a:off x="2304612" y="1981080"/>
            <a:ext cx="1446503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400" dirty="0">
                <a:latin typeface="Aptos" panose="020B0004020202020204" pitchFamily="34" charset="0"/>
                <a:cs typeface="Arial MT"/>
              </a:rPr>
              <a:t>Reduced Delay</a:t>
            </a:r>
            <a:endParaRPr sz="1400" dirty="0">
              <a:latin typeface="Aptos" panose="020B0004020202020204" pitchFamily="34" charset="0"/>
              <a:cs typeface="Arial MT"/>
            </a:endParaRPr>
          </a:p>
        </p:txBody>
      </p:sp>
      <p:sp>
        <p:nvSpPr>
          <p:cNvPr id="20" name="object 13">
            <a:extLst>
              <a:ext uri="{FF2B5EF4-FFF2-40B4-BE49-F238E27FC236}">
                <a16:creationId xmlns:a16="http://schemas.microsoft.com/office/drawing/2014/main" id="{7BC5DAEB-EAE2-5889-8EEA-5C1FDB14D7CE}"/>
              </a:ext>
            </a:extLst>
          </p:cNvPr>
          <p:cNvSpPr txBox="1"/>
          <p:nvPr/>
        </p:nvSpPr>
        <p:spPr>
          <a:xfrm>
            <a:off x="81988" y="1853223"/>
            <a:ext cx="1349375" cy="4440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280">
              <a:lnSpc>
                <a:spcPts val="1664"/>
              </a:lnSpc>
              <a:spcBef>
                <a:spcPts val="100"/>
              </a:spcBef>
              <a:buChar char="●"/>
              <a:tabLst>
                <a:tab pos="347980" algn="l"/>
              </a:tabLst>
            </a:pPr>
            <a:r>
              <a:rPr lang="en-IN" sz="1400" dirty="0">
                <a:latin typeface="Aptos" panose="020B0004020202020204" pitchFamily="34" charset="0"/>
                <a:cs typeface="Arial MT"/>
              </a:rPr>
              <a:t>Main Objective</a:t>
            </a:r>
            <a:endParaRPr sz="1400" dirty="0">
              <a:latin typeface="Aptos" panose="020B0004020202020204" pitchFamily="34" charset="0"/>
              <a:cs typeface="Arial MT"/>
            </a:endParaRPr>
          </a:p>
        </p:txBody>
      </p:sp>
      <p:sp>
        <p:nvSpPr>
          <p:cNvPr id="21" name="object 14">
            <a:extLst>
              <a:ext uri="{FF2B5EF4-FFF2-40B4-BE49-F238E27FC236}">
                <a16:creationId xmlns:a16="http://schemas.microsoft.com/office/drawing/2014/main" id="{246C2B06-C4EA-2EB3-14E1-2B1819648A21}"/>
              </a:ext>
            </a:extLst>
          </p:cNvPr>
          <p:cNvSpPr txBox="1"/>
          <p:nvPr/>
        </p:nvSpPr>
        <p:spPr>
          <a:xfrm>
            <a:off x="2438400" y="2703946"/>
            <a:ext cx="88519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400" dirty="0" err="1">
                <a:latin typeface="Aptos" panose="020B0004020202020204" pitchFamily="34" charset="0"/>
                <a:cs typeface="Arial MT"/>
              </a:rPr>
              <a:t>Microwind</a:t>
            </a:r>
            <a:endParaRPr sz="1400" dirty="0">
              <a:latin typeface="Aptos" panose="020B0004020202020204" pitchFamily="34" charset="0"/>
              <a:cs typeface="Arial MT"/>
            </a:endParaRPr>
          </a:p>
        </p:txBody>
      </p:sp>
      <p:sp>
        <p:nvSpPr>
          <p:cNvPr id="23" name="object 16">
            <a:extLst>
              <a:ext uri="{FF2B5EF4-FFF2-40B4-BE49-F238E27FC236}">
                <a16:creationId xmlns:a16="http://schemas.microsoft.com/office/drawing/2014/main" id="{0DD91DB2-E679-E587-88F4-1B8133FEF90D}"/>
              </a:ext>
            </a:extLst>
          </p:cNvPr>
          <p:cNvSpPr txBox="1"/>
          <p:nvPr/>
        </p:nvSpPr>
        <p:spPr>
          <a:xfrm>
            <a:off x="105636" y="3328879"/>
            <a:ext cx="1338580" cy="23634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48615" marR="5080" indent="-336550">
              <a:lnSpc>
                <a:spcPts val="1650"/>
              </a:lnSpc>
              <a:spcBef>
                <a:spcPts val="180"/>
              </a:spcBef>
              <a:buChar char="●"/>
              <a:tabLst>
                <a:tab pos="348615" algn="l"/>
              </a:tabLst>
            </a:pPr>
            <a:r>
              <a:rPr lang="en-IN" sz="1400" dirty="0">
                <a:latin typeface="Aptos" panose="020B0004020202020204" pitchFamily="34" charset="0"/>
                <a:cs typeface="Arial MT"/>
              </a:rPr>
              <a:t>Speed</a:t>
            </a:r>
            <a:endParaRPr sz="1400" dirty="0">
              <a:latin typeface="Aptos" panose="020B0004020202020204" pitchFamily="34" charset="0"/>
              <a:cs typeface="Arial MT"/>
            </a:endParaRPr>
          </a:p>
        </p:txBody>
      </p:sp>
      <p:sp>
        <p:nvSpPr>
          <p:cNvPr id="24" name="object 17">
            <a:extLst>
              <a:ext uri="{FF2B5EF4-FFF2-40B4-BE49-F238E27FC236}">
                <a16:creationId xmlns:a16="http://schemas.microsoft.com/office/drawing/2014/main" id="{C54705A3-1B7C-63A5-BF8A-A06AFB424862}"/>
              </a:ext>
            </a:extLst>
          </p:cNvPr>
          <p:cNvSpPr txBox="1"/>
          <p:nvPr/>
        </p:nvSpPr>
        <p:spPr>
          <a:xfrm>
            <a:off x="2418543" y="3329275"/>
            <a:ext cx="984828" cy="23634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lang="en-IN" sz="1400" dirty="0">
                <a:latin typeface="Aptos" panose="020B0004020202020204" pitchFamily="34" charset="0"/>
                <a:cs typeface="Arial MT"/>
              </a:rPr>
              <a:t>Very High</a:t>
            </a:r>
            <a:endParaRPr sz="1400" dirty="0">
              <a:latin typeface="Aptos" panose="020B0004020202020204" pitchFamily="34" charset="0"/>
              <a:cs typeface="Arial MT"/>
            </a:endParaRPr>
          </a:p>
        </p:txBody>
      </p:sp>
      <p:sp>
        <p:nvSpPr>
          <p:cNvPr id="26" name="object 19">
            <a:extLst>
              <a:ext uri="{FF2B5EF4-FFF2-40B4-BE49-F238E27FC236}">
                <a16:creationId xmlns:a16="http://schemas.microsoft.com/office/drawing/2014/main" id="{E95C569D-B75A-7E12-18DC-2225BB3BCABB}"/>
              </a:ext>
            </a:extLst>
          </p:cNvPr>
          <p:cNvSpPr txBox="1"/>
          <p:nvPr/>
        </p:nvSpPr>
        <p:spPr>
          <a:xfrm>
            <a:off x="118774" y="3886796"/>
            <a:ext cx="1250950" cy="23634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48615" marR="5080" indent="-336550">
              <a:lnSpc>
                <a:spcPts val="1650"/>
              </a:lnSpc>
              <a:spcBef>
                <a:spcPts val="180"/>
              </a:spcBef>
              <a:buChar char="●"/>
              <a:tabLst>
                <a:tab pos="348615" algn="l"/>
              </a:tabLst>
            </a:pPr>
            <a:r>
              <a:rPr lang="en-IN" sz="1400" dirty="0">
                <a:latin typeface="Aptos" panose="020B0004020202020204" pitchFamily="34" charset="0"/>
                <a:cs typeface="Arial MT"/>
              </a:rPr>
              <a:t>Power </a:t>
            </a:r>
            <a:endParaRPr sz="1400" dirty="0">
              <a:latin typeface="Aptos" panose="020B0004020202020204" pitchFamily="34" charset="0"/>
              <a:cs typeface="Arial MT"/>
            </a:endParaRPr>
          </a:p>
        </p:txBody>
      </p:sp>
      <p:sp>
        <p:nvSpPr>
          <p:cNvPr id="27" name="object 20">
            <a:extLst>
              <a:ext uri="{FF2B5EF4-FFF2-40B4-BE49-F238E27FC236}">
                <a16:creationId xmlns:a16="http://schemas.microsoft.com/office/drawing/2014/main" id="{3CE1616D-DFA9-FD4B-468C-5F777EA4F345}"/>
              </a:ext>
            </a:extLst>
          </p:cNvPr>
          <p:cNvSpPr txBox="1"/>
          <p:nvPr/>
        </p:nvSpPr>
        <p:spPr>
          <a:xfrm>
            <a:off x="2438400" y="3890835"/>
            <a:ext cx="144650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400" dirty="0">
                <a:latin typeface="Aptos" panose="020B0004020202020204" pitchFamily="34" charset="0"/>
                <a:cs typeface="Arial MT"/>
              </a:rPr>
              <a:t>Low</a:t>
            </a:r>
            <a:endParaRPr sz="1400" dirty="0">
              <a:latin typeface="Aptos" panose="020B0004020202020204" pitchFamily="34" charset="0"/>
              <a:cs typeface="Arial MT"/>
            </a:endParaRPr>
          </a:p>
        </p:txBody>
      </p:sp>
      <p:sp>
        <p:nvSpPr>
          <p:cNvPr id="29" name="object 22">
            <a:extLst>
              <a:ext uri="{FF2B5EF4-FFF2-40B4-BE49-F238E27FC236}">
                <a16:creationId xmlns:a16="http://schemas.microsoft.com/office/drawing/2014/main" id="{07CE452F-94E5-5CBA-1D2F-6297BC69CC4F}"/>
              </a:ext>
            </a:extLst>
          </p:cNvPr>
          <p:cNvSpPr txBox="1"/>
          <p:nvPr/>
        </p:nvSpPr>
        <p:spPr>
          <a:xfrm>
            <a:off x="81988" y="11268"/>
            <a:ext cx="49950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u="sng" spc="110" dirty="0">
                <a:solidFill>
                  <a:schemeClr val="tx1"/>
                </a:solidFill>
                <a:latin typeface="Aptos" panose="020B0004020202020204" pitchFamily="34" charset="0"/>
                <a:cs typeface="Calibri"/>
              </a:rPr>
              <a:t>2. Comparison Table</a:t>
            </a:r>
            <a:endParaRPr lang="en-IN" sz="2400" u="sng" dirty="0">
              <a:solidFill>
                <a:schemeClr val="tx1"/>
              </a:solidFill>
              <a:latin typeface="Aptos" panose="020B0004020202020204" pitchFamily="34" charset="0"/>
              <a:cs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7E912A-E5B0-C687-05D3-190552C31D2F}"/>
              </a:ext>
            </a:extLst>
          </p:cNvPr>
          <p:cNvSpPr txBox="1"/>
          <p:nvPr/>
        </p:nvSpPr>
        <p:spPr>
          <a:xfrm>
            <a:off x="177436" y="671436"/>
            <a:ext cx="13077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u="sng" spc="-10" dirty="0">
                <a:latin typeface="Aptos" panose="020B0004020202020204" pitchFamily="34" charset="0"/>
                <a:cs typeface="Arial"/>
              </a:rPr>
              <a:t>Parameters </a:t>
            </a:r>
          </a:p>
          <a:p>
            <a:endParaRPr lang="en-IN" sz="1600" u="sng" dirty="0"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1523AB-54B1-5BDD-36BD-AFB6CC753350}"/>
              </a:ext>
            </a:extLst>
          </p:cNvPr>
          <p:cNvSpPr txBox="1"/>
          <p:nvPr/>
        </p:nvSpPr>
        <p:spPr>
          <a:xfrm>
            <a:off x="8232" y="2709858"/>
            <a:ext cx="1646201" cy="305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8615" marR="5080" indent="-336550">
              <a:lnSpc>
                <a:spcPts val="1650"/>
              </a:lnSpc>
              <a:spcBef>
                <a:spcPts val="180"/>
              </a:spcBef>
              <a:buChar char="●"/>
              <a:tabLst>
                <a:tab pos="348615" algn="l"/>
              </a:tabLst>
            </a:pPr>
            <a:r>
              <a:rPr lang="en-IN" sz="1400" dirty="0">
                <a:latin typeface="Aptos" panose="020B0004020202020204" pitchFamily="34" charset="0"/>
                <a:cs typeface="Arial MT"/>
              </a:rPr>
              <a:t>Technology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3A9BA6-1F28-E345-74F8-9726D7F8492E}"/>
              </a:ext>
            </a:extLst>
          </p:cNvPr>
          <p:cNvSpPr txBox="1"/>
          <p:nvPr/>
        </p:nvSpPr>
        <p:spPr>
          <a:xfrm>
            <a:off x="6957027" y="697548"/>
            <a:ext cx="19527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u="sng" dirty="0">
                <a:latin typeface="Aptos" panose="020B0004020202020204" pitchFamily="34" charset="0"/>
              </a:rPr>
              <a:t>Static CMOS CSA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D790CA-6703-F920-23AD-696D3F7BDFFF}"/>
              </a:ext>
            </a:extLst>
          </p:cNvPr>
          <p:cNvSpPr txBox="1"/>
          <p:nvPr/>
        </p:nvSpPr>
        <p:spPr>
          <a:xfrm>
            <a:off x="2172660" y="1164131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Dynamic Logic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FD964B-1AC2-D9DC-470F-E200B639B594}"/>
              </a:ext>
            </a:extLst>
          </p:cNvPr>
          <p:cNvSpPr txBox="1"/>
          <p:nvPr/>
        </p:nvSpPr>
        <p:spPr>
          <a:xfrm>
            <a:off x="-533400" y="70673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2F0F00-970C-5704-872C-9D475997CEB6}"/>
              </a:ext>
            </a:extLst>
          </p:cNvPr>
          <p:cNvSpPr txBox="1"/>
          <p:nvPr/>
        </p:nvSpPr>
        <p:spPr>
          <a:xfrm>
            <a:off x="4876800" y="1163035"/>
            <a:ext cx="13493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Hybrid Adder Architecture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3EA153-DD42-1FAF-36A5-5052E46F2B90}"/>
              </a:ext>
            </a:extLst>
          </p:cNvPr>
          <p:cNvSpPr txBox="1"/>
          <p:nvPr/>
        </p:nvSpPr>
        <p:spPr>
          <a:xfrm>
            <a:off x="4794302" y="2571750"/>
            <a:ext cx="16462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Cadence/Xilinx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1C613E-4D61-968F-697C-8AE1DAD4B630}"/>
              </a:ext>
            </a:extLst>
          </p:cNvPr>
          <p:cNvSpPr txBox="1"/>
          <p:nvPr/>
        </p:nvSpPr>
        <p:spPr>
          <a:xfrm>
            <a:off x="4794302" y="1929843"/>
            <a:ext cx="1819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Increased Speed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27ED30-B383-77AD-7888-C3C9DCDA2EFC}"/>
              </a:ext>
            </a:extLst>
          </p:cNvPr>
          <p:cNvSpPr txBox="1"/>
          <p:nvPr/>
        </p:nvSpPr>
        <p:spPr>
          <a:xfrm>
            <a:off x="4875051" y="3257449"/>
            <a:ext cx="1595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Highest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FCC5EDC-6A83-5C02-F178-4FB87E829FB4}"/>
              </a:ext>
            </a:extLst>
          </p:cNvPr>
          <p:cNvSpPr txBox="1"/>
          <p:nvPr/>
        </p:nvSpPr>
        <p:spPr>
          <a:xfrm>
            <a:off x="7086259" y="4390483"/>
            <a:ext cx="2200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Optimized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D7248B4-17EE-2FDB-F7AA-85E766717983}"/>
              </a:ext>
            </a:extLst>
          </p:cNvPr>
          <p:cNvSpPr txBox="1"/>
          <p:nvPr/>
        </p:nvSpPr>
        <p:spPr>
          <a:xfrm>
            <a:off x="7157133" y="1183681"/>
            <a:ext cx="1752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Static CMOS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4867AB-791E-BC34-2BB4-91E27CBAC783}"/>
              </a:ext>
            </a:extLst>
          </p:cNvPr>
          <p:cNvSpPr txBox="1"/>
          <p:nvPr/>
        </p:nvSpPr>
        <p:spPr>
          <a:xfrm>
            <a:off x="6915485" y="1920667"/>
            <a:ext cx="22184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Reduced Power and Area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73BF8EB-D050-7394-51CE-D2E5B9664BB7}"/>
              </a:ext>
            </a:extLst>
          </p:cNvPr>
          <p:cNvSpPr txBox="1"/>
          <p:nvPr/>
        </p:nvSpPr>
        <p:spPr>
          <a:xfrm>
            <a:off x="7041332" y="2551018"/>
            <a:ext cx="1983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125nm Technology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5040A92-53B0-0116-9B60-324ADBF946E5}"/>
              </a:ext>
            </a:extLst>
          </p:cNvPr>
          <p:cNvSpPr txBox="1"/>
          <p:nvPr/>
        </p:nvSpPr>
        <p:spPr>
          <a:xfrm>
            <a:off x="7160895" y="3203871"/>
            <a:ext cx="1983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Moderate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DCBC71B-6153-A473-B3DE-4517A2D68622}"/>
              </a:ext>
            </a:extLst>
          </p:cNvPr>
          <p:cNvSpPr txBox="1"/>
          <p:nvPr/>
        </p:nvSpPr>
        <p:spPr>
          <a:xfrm>
            <a:off x="7077381" y="3805930"/>
            <a:ext cx="22184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Very Low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563ED36-E597-6222-858B-180A33465DC2}"/>
              </a:ext>
            </a:extLst>
          </p:cNvPr>
          <p:cNvSpPr txBox="1"/>
          <p:nvPr/>
        </p:nvSpPr>
        <p:spPr>
          <a:xfrm>
            <a:off x="-87313" y="4866501"/>
            <a:ext cx="91117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</a:rPr>
              <a:t>Reference - Low Power and Area Efficient Carry Save Adder Based on Static 125nm CMOS Technology , </a:t>
            </a:r>
            <a:r>
              <a:rPr lang="en-IN" sz="1200" b="1" u="sng" dirty="0">
                <a:solidFill>
                  <a:schemeClr val="tx1"/>
                </a:solidFill>
                <a:latin typeface="Aptos" panose="020B0004020202020204" pitchFamily="34" charset="0"/>
              </a:rPr>
              <a:t>G. Naveen Balaj</a:t>
            </a:r>
            <a:r>
              <a:rPr lang="en-IN" sz="1200" b="1" dirty="0">
                <a:solidFill>
                  <a:schemeClr val="tx1"/>
                </a:solidFill>
                <a:latin typeface="Aptos" panose="020B0004020202020204" pitchFamily="34" charset="0"/>
              </a:rPr>
              <a:t>  , </a:t>
            </a:r>
            <a:r>
              <a:rPr lang="en-IN" sz="1200" b="1" u="sng" dirty="0">
                <a:solidFill>
                  <a:schemeClr val="tx1"/>
                </a:solidFill>
              </a:rPr>
              <a:t>M. Ishwarya</a:t>
            </a:r>
            <a:r>
              <a:rPr lang="en-IN" sz="1200" b="1" u="sng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8B28230-8A7D-6F59-5437-01E69D092008}"/>
              </a:ext>
            </a:extLst>
          </p:cNvPr>
          <p:cNvSpPr txBox="1"/>
          <p:nvPr/>
        </p:nvSpPr>
        <p:spPr>
          <a:xfrm>
            <a:off x="8232" y="4436764"/>
            <a:ext cx="1361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8615" marR="5080" indent="-336550">
              <a:lnSpc>
                <a:spcPts val="1650"/>
              </a:lnSpc>
              <a:spcBef>
                <a:spcPts val="180"/>
              </a:spcBef>
              <a:buChar char="●"/>
              <a:tabLst>
                <a:tab pos="348615" algn="l"/>
              </a:tabLst>
            </a:pPr>
            <a:r>
              <a:rPr lang="en-IN" sz="1400" dirty="0">
                <a:latin typeface="Aptos" panose="020B0004020202020204" pitchFamily="34" charset="0"/>
                <a:cs typeface="Arial MT"/>
              </a:rPr>
              <a:t>Area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8C996E0-5D6C-3B3A-466D-8D1D0B7EF79B}"/>
              </a:ext>
            </a:extLst>
          </p:cNvPr>
          <p:cNvSpPr txBox="1"/>
          <p:nvPr/>
        </p:nvSpPr>
        <p:spPr>
          <a:xfrm>
            <a:off x="2298314" y="4392761"/>
            <a:ext cx="984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Reduced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F21C09A-EF84-5050-A80E-5981D8024A29}"/>
              </a:ext>
            </a:extLst>
          </p:cNvPr>
          <p:cNvSpPr txBox="1"/>
          <p:nvPr/>
        </p:nvSpPr>
        <p:spPr>
          <a:xfrm>
            <a:off x="4724400" y="4390483"/>
            <a:ext cx="19961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Slightly Larger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0E22CA4-15FE-4CC0-E120-D803B42DEB34}"/>
              </a:ext>
            </a:extLst>
          </p:cNvPr>
          <p:cNvSpPr txBox="1"/>
          <p:nvPr/>
        </p:nvSpPr>
        <p:spPr>
          <a:xfrm>
            <a:off x="4854149" y="3886796"/>
            <a:ext cx="15994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ptos" panose="020B0004020202020204" pitchFamily="34" charset="0"/>
              </a:rPr>
              <a:t>Moderate</a:t>
            </a:r>
          </a:p>
        </p:txBody>
      </p:sp>
    </p:spTree>
    <p:extLst>
      <p:ext uri="{BB962C8B-B14F-4D97-AF65-F5344CB8AC3E}">
        <p14:creationId xmlns:p14="http://schemas.microsoft.com/office/powerpoint/2010/main" val="874185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17DBF-5FC5-1D7C-7FA8-9C954C15C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22991"/>
            <a:ext cx="5746135" cy="384721"/>
          </a:xfrm>
        </p:spPr>
        <p:txBody>
          <a:bodyPr/>
          <a:lstStyle/>
          <a:p>
            <a:r>
              <a:rPr lang="en-IN" b="1" u="sng" dirty="0">
                <a:latin typeface="Aptos" panose="020B0004020202020204" pitchFamily="34" charset="0"/>
              </a:rPr>
              <a:t>3. Mathematical Operation 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F8F2A-DD86-E610-1316-1989A9A49272}"/>
              </a:ext>
            </a:extLst>
          </p:cNvPr>
          <p:cNvSpPr txBox="1"/>
          <p:nvPr/>
        </p:nvSpPr>
        <p:spPr>
          <a:xfrm>
            <a:off x="5634149" y="891770"/>
            <a:ext cx="3509851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chemeClr val="bg1"/>
                </a:solidFill>
                <a:latin typeface="Aptos" panose="020B0004020202020204" pitchFamily="34" charset="0"/>
              </a:rPr>
              <a:t>1351 </a:t>
            </a:r>
            <a:r>
              <a:rPr lang="en-IN" sz="2000" dirty="0" err="1">
                <a:solidFill>
                  <a:schemeClr val="bg1"/>
                </a:solidFill>
                <a:latin typeface="Aptos" panose="020B0004020202020204" pitchFamily="34" charset="0"/>
              </a:rPr>
              <a:t>nW</a:t>
            </a:r>
            <a:r>
              <a:rPr lang="en-IN" sz="2000" dirty="0">
                <a:solidFill>
                  <a:schemeClr val="bg1"/>
                </a:solidFill>
                <a:latin typeface="Aptos" panose="020B0004020202020204" pitchFamily="34" charset="0"/>
              </a:rPr>
              <a:t> (1.351e-06 W)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7B0F98DC-295D-74AF-5847-07AEC1D52FB1}"/>
              </a:ext>
            </a:extLst>
          </p:cNvPr>
          <p:cNvSpPr txBox="1"/>
          <p:nvPr/>
        </p:nvSpPr>
        <p:spPr>
          <a:xfrm>
            <a:off x="5634149" y="3960061"/>
            <a:ext cx="3433651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chemeClr val="bg1"/>
                </a:solidFill>
              </a:rPr>
              <a:t>5119620 </a:t>
            </a:r>
            <a:r>
              <a:rPr lang="en-IN" sz="2000" dirty="0" err="1">
                <a:solidFill>
                  <a:schemeClr val="bg1"/>
                </a:solidFill>
              </a:rPr>
              <a:t>nW</a:t>
            </a:r>
            <a:r>
              <a:rPr lang="en-IN" sz="2000" dirty="0">
                <a:solidFill>
                  <a:schemeClr val="bg1"/>
                </a:solidFill>
              </a:rPr>
              <a:t> (5.11962e-03 W)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72CBD019-ADB3-8F7F-2700-7FBDC958DC00}"/>
              </a:ext>
            </a:extLst>
          </p:cNvPr>
          <p:cNvSpPr txBox="1"/>
          <p:nvPr/>
        </p:nvSpPr>
        <p:spPr>
          <a:xfrm>
            <a:off x="-1524000" y="-750456"/>
            <a:ext cx="12192000" cy="584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u="sng" dirty="0">
                <a:solidFill>
                  <a:schemeClr val="bg1"/>
                </a:solidFill>
              </a:rPr>
              <a:t>Mathematical Analysis 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D381530-44D4-DE08-7D9D-7D21AF3C7D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308007"/>
              </p:ext>
            </p:extLst>
          </p:nvPr>
        </p:nvGraphicFramePr>
        <p:xfrm>
          <a:off x="508000" y="-4551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E6FFF68-E510-8E13-EAE1-43B44B732E02}"/>
              </a:ext>
            </a:extLst>
          </p:cNvPr>
          <p:cNvSpPr txBox="1"/>
          <p:nvPr/>
        </p:nvSpPr>
        <p:spPr>
          <a:xfrm>
            <a:off x="-76200" y="4857750"/>
            <a:ext cx="9385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Reference - </a:t>
            </a:r>
            <a:r>
              <a:rPr lang="en-US" sz="1200" dirty="0">
                <a:solidFill>
                  <a:schemeClr val="bg1"/>
                </a:solidFill>
              </a:rPr>
              <a:t>Design of High Speed Carry Save Adder , </a:t>
            </a:r>
            <a:r>
              <a:rPr lang="en-IN" sz="1200" dirty="0">
                <a:solidFill>
                  <a:schemeClr val="bg1"/>
                </a:solidFill>
              </a:rPr>
              <a:t>Ravikumar A Javali1, </a:t>
            </a:r>
            <a:r>
              <a:rPr lang="en-IN" sz="1200" dirty="0" err="1">
                <a:solidFill>
                  <a:schemeClr val="bg1"/>
                </a:solidFill>
              </a:rPr>
              <a:t>Ramanath</a:t>
            </a:r>
            <a:r>
              <a:rPr lang="en-IN" sz="1200" dirty="0">
                <a:solidFill>
                  <a:schemeClr val="bg1"/>
                </a:solidFill>
              </a:rPr>
              <a:t> J Nayak, Manjunath C </a:t>
            </a:r>
            <a:r>
              <a:rPr lang="en-IN" sz="1200" dirty="0" err="1">
                <a:solidFill>
                  <a:schemeClr val="bg1"/>
                </a:solidFill>
              </a:rPr>
              <a:t>Lakkannavar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endParaRPr lang="en-US" sz="1200" dirty="0">
              <a:solidFill>
                <a:schemeClr val="bg1"/>
              </a:solidFill>
              <a:effectLst/>
            </a:endParaRPr>
          </a:p>
          <a:p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AE025B-C3C2-CB3F-B5F7-B5DF893FFF70}"/>
              </a:ext>
            </a:extLst>
          </p:cNvPr>
          <p:cNvSpPr txBox="1"/>
          <p:nvPr/>
        </p:nvSpPr>
        <p:spPr>
          <a:xfrm>
            <a:off x="1118532" y="2179360"/>
            <a:ext cx="19714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</a:rPr>
              <a:t>POWER</a:t>
            </a:r>
            <a:br>
              <a:rPr lang="en-IN" sz="2800" b="1" dirty="0">
                <a:solidFill>
                  <a:schemeClr val="bg1"/>
                </a:solidFill>
              </a:rPr>
            </a:br>
            <a:r>
              <a:rPr lang="en-IN" sz="2800" b="1" dirty="0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C5F75E55-7C41-E86C-A9FE-245791FF47BC}"/>
              </a:ext>
            </a:extLst>
          </p:cNvPr>
          <p:cNvSpPr txBox="1"/>
          <p:nvPr/>
        </p:nvSpPr>
        <p:spPr>
          <a:xfrm>
            <a:off x="4620941" y="2179359"/>
            <a:ext cx="4688673" cy="95410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>
                <a:solidFill>
                  <a:schemeClr val="bg1"/>
                </a:solidFill>
              </a:rPr>
              <a:t> </a:t>
            </a:r>
            <a:r>
              <a:rPr lang="en-IN" sz="2800" b="1" dirty="0">
                <a:solidFill>
                  <a:schemeClr val="bg1"/>
                </a:solidFill>
              </a:rPr>
              <a:t>~74.5%</a:t>
            </a:r>
            <a:r>
              <a:rPr lang="en-IN" sz="2800" dirty="0">
                <a:solidFill>
                  <a:schemeClr val="bg1"/>
                </a:solidFill>
              </a:rPr>
              <a:t> in total power increased significantly</a:t>
            </a:r>
          </a:p>
        </p:txBody>
      </p:sp>
    </p:spTree>
    <p:extLst>
      <p:ext uri="{BB962C8B-B14F-4D97-AF65-F5344CB8AC3E}">
        <p14:creationId xmlns:p14="http://schemas.microsoft.com/office/powerpoint/2010/main" val="4236174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6A6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6EEE9-BF54-E94E-15DF-8034065FD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6" y="10366"/>
            <a:ext cx="5746135" cy="430887"/>
          </a:xfrm>
        </p:spPr>
        <p:txBody>
          <a:bodyPr/>
          <a:lstStyle/>
          <a:p>
            <a:r>
              <a:rPr lang="en-IN" sz="28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3. Mathematical Analysis 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536E3C-8E3A-6FC5-EEBD-91E7CC7A6C5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402269" y="3742463"/>
            <a:ext cx="3599322" cy="78483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/>
                </a:solidFill>
                <a:latin typeface="Google Sans Text"/>
              </a:rPr>
              <a:t>2,0146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lang="en-IN" sz="2400" i="1" dirty="0">
                <a:solidFill>
                  <a:schemeClr val="bg1"/>
                </a:solidFill>
              </a:rPr>
              <a:t>µm²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using </a:t>
            </a:r>
            <a:r>
              <a:rPr lang="en-US" altLang="en-US" sz="2400" b="1" dirty="0">
                <a:solidFill>
                  <a:schemeClr val="bg1"/>
                </a:solidFill>
                <a:latin typeface="Google Sans Text"/>
              </a:rPr>
              <a:t>314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standard cells.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50680E-712A-066C-D7AB-9CCB8FFC9F5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402270" y="735973"/>
            <a:ext cx="3599322" cy="78483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/>
                </a:solidFill>
                <a:latin typeface="Google Sans Text"/>
              </a:rPr>
              <a:t>22,059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lang="en-IN" sz="2400" i="1" dirty="0">
                <a:solidFill>
                  <a:schemeClr val="bg1"/>
                </a:solidFill>
              </a:rPr>
              <a:t>µm²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1,275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standard cells.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5F088E99-16E3-9C34-CDEC-B09D7A854B53}"/>
              </a:ext>
            </a:extLst>
          </p:cNvPr>
          <p:cNvSpPr txBox="1"/>
          <p:nvPr/>
        </p:nvSpPr>
        <p:spPr>
          <a:xfrm>
            <a:off x="-1117600" y="-761244"/>
            <a:ext cx="10972800" cy="584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u="sng" dirty="0">
                <a:solidFill>
                  <a:schemeClr val="bg1"/>
                </a:solidFill>
              </a:rPr>
              <a:t>Mathematical Analysis 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1B0E7808-BC54-71A2-41FB-054CD0D825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4348015"/>
              </p:ext>
            </p:extLst>
          </p:nvPr>
        </p:nvGraphicFramePr>
        <p:xfrm>
          <a:off x="142408" y="441253"/>
          <a:ext cx="7782392" cy="48398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4E456A9-1334-72CB-982F-41B93614C885}"/>
              </a:ext>
            </a:extLst>
          </p:cNvPr>
          <p:cNvSpPr txBox="1"/>
          <p:nvPr/>
        </p:nvSpPr>
        <p:spPr>
          <a:xfrm>
            <a:off x="758389" y="2224933"/>
            <a:ext cx="17742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</a:rPr>
              <a:t>AREA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5141D0-D37F-9A6B-5E7B-54AD6ED82835}"/>
              </a:ext>
            </a:extLst>
          </p:cNvPr>
          <p:cNvSpPr txBox="1"/>
          <p:nvPr/>
        </p:nvSpPr>
        <p:spPr>
          <a:xfrm>
            <a:off x="0" y="4894059"/>
            <a:ext cx="9220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Reference - </a:t>
            </a:r>
            <a:r>
              <a:rPr lang="en-US" sz="1200" dirty="0">
                <a:solidFill>
                  <a:schemeClr val="bg1"/>
                </a:solidFill>
              </a:rPr>
              <a:t>Design of High Speed Carry Save Adder , </a:t>
            </a:r>
            <a:r>
              <a:rPr lang="en-IN" sz="1200" dirty="0">
                <a:solidFill>
                  <a:schemeClr val="bg1"/>
                </a:solidFill>
              </a:rPr>
              <a:t>Ravikumar A Javali1, </a:t>
            </a:r>
            <a:r>
              <a:rPr lang="en-IN" sz="1200" dirty="0" err="1">
                <a:solidFill>
                  <a:schemeClr val="bg1"/>
                </a:solidFill>
              </a:rPr>
              <a:t>Ramanath</a:t>
            </a:r>
            <a:r>
              <a:rPr lang="en-IN" sz="1200" dirty="0">
                <a:solidFill>
                  <a:schemeClr val="bg1"/>
                </a:solidFill>
              </a:rPr>
              <a:t> J Nayak, Manjunath C </a:t>
            </a:r>
            <a:r>
              <a:rPr lang="en-IN" sz="1200" dirty="0" err="1">
                <a:solidFill>
                  <a:schemeClr val="bg1"/>
                </a:solidFill>
              </a:rPr>
              <a:t>Lakkannavar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endParaRPr lang="en-US" sz="1200" dirty="0">
              <a:solidFill>
                <a:schemeClr val="bg1"/>
              </a:solidFill>
              <a:effectLst/>
            </a:endParaRPr>
          </a:p>
          <a:p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62E85878-0B0A-1755-D747-5A0D954E0B08}"/>
              </a:ext>
            </a:extLst>
          </p:cNvPr>
          <p:cNvSpPr txBox="1"/>
          <p:nvPr/>
        </p:nvSpPr>
        <p:spPr>
          <a:xfrm>
            <a:off x="4643720" y="2240297"/>
            <a:ext cx="4337370" cy="95410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>
                <a:solidFill>
                  <a:schemeClr val="bg1"/>
                </a:solidFill>
              </a:rPr>
              <a:t>reduced the silicon footprint by </a:t>
            </a:r>
            <a:r>
              <a:rPr lang="en-IN" sz="2800" b="1" dirty="0">
                <a:solidFill>
                  <a:schemeClr val="bg1"/>
                </a:solidFill>
              </a:rPr>
              <a:t>~8.67%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8783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D4927-5BFD-4A8A-916C-CDB4737B0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0251-72E8-0D82-0D3A-D09F71403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22991"/>
            <a:ext cx="5746135" cy="384721"/>
          </a:xfrm>
        </p:spPr>
        <p:txBody>
          <a:bodyPr/>
          <a:lstStyle/>
          <a:p>
            <a:r>
              <a:rPr lang="en-IN" b="1" u="sng" dirty="0">
                <a:latin typeface="Aptos" panose="020B0004020202020204" pitchFamily="34" charset="0"/>
              </a:rPr>
              <a:t>3. Mathematical Operation 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F6D3D3-EE1D-7F74-1CA6-B92CD8F01E5B}"/>
              </a:ext>
            </a:extLst>
          </p:cNvPr>
          <p:cNvSpPr txBox="1"/>
          <p:nvPr/>
        </p:nvSpPr>
        <p:spPr>
          <a:xfrm>
            <a:off x="5634149" y="891770"/>
            <a:ext cx="3509851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chemeClr val="bg1"/>
                </a:solidFill>
                <a:latin typeface="Aptos" panose="020B0004020202020204" pitchFamily="34" charset="0"/>
              </a:rPr>
              <a:t>    1351ps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3E2FBD1F-2B75-DB75-E092-729E9EB8B6D5}"/>
              </a:ext>
            </a:extLst>
          </p:cNvPr>
          <p:cNvSpPr txBox="1"/>
          <p:nvPr/>
        </p:nvSpPr>
        <p:spPr>
          <a:xfrm>
            <a:off x="5634149" y="3960061"/>
            <a:ext cx="3433651" cy="4001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chemeClr val="bg1"/>
                </a:solidFill>
              </a:rPr>
              <a:t>    1865ps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3C3CB4CF-5C0E-B408-5DB6-3976407C9440}"/>
              </a:ext>
            </a:extLst>
          </p:cNvPr>
          <p:cNvSpPr txBox="1"/>
          <p:nvPr/>
        </p:nvSpPr>
        <p:spPr>
          <a:xfrm>
            <a:off x="-1524000" y="-750456"/>
            <a:ext cx="12192000" cy="584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u="sng" dirty="0">
                <a:solidFill>
                  <a:schemeClr val="bg1"/>
                </a:solidFill>
              </a:rPr>
              <a:t>Mathematical Analysis 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95E07675-8EF8-43F1-448B-D86641FBC1A9}"/>
              </a:ext>
            </a:extLst>
          </p:cNvPr>
          <p:cNvGraphicFramePr/>
          <p:nvPr/>
        </p:nvGraphicFramePr>
        <p:xfrm>
          <a:off x="508000" y="-4551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5C91907-0F04-68C6-9A1E-9C3004E3C5FB}"/>
              </a:ext>
            </a:extLst>
          </p:cNvPr>
          <p:cNvSpPr txBox="1"/>
          <p:nvPr/>
        </p:nvSpPr>
        <p:spPr>
          <a:xfrm>
            <a:off x="1118532" y="2179360"/>
            <a:ext cx="19714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</a:rPr>
              <a:t>Timing</a:t>
            </a:r>
            <a:br>
              <a:rPr lang="en-IN" sz="2800" b="1" dirty="0">
                <a:solidFill>
                  <a:schemeClr val="bg1"/>
                </a:solidFill>
              </a:rPr>
            </a:br>
            <a:r>
              <a:rPr lang="en-IN" sz="2800" b="1" dirty="0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2AB2DBF0-8FEB-30DC-113A-45E070F41FA6}"/>
              </a:ext>
            </a:extLst>
          </p:cNvPr>
          <p:cNvSpPr txBox="1"/>
          <p:nvPr/>
        </p:nvSpPr>
        <p:spPr>
          <a:xfrm>
            <a:off x="4620941" y="2179359"/>
            <a:ext cx="4688673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>
                <a:solidFill>
                  <a:schemeClr val="bg1"/>
                </a:solidFill>
              </a:rPr>
              <a:t> </a:t>
            </a:r>
            <a:r>
              <a:rPr lang="en-IN" sz="2800" b="1" dirty="0">
                <a:solidFill>
                  <a:schemeClr val="bg1"/>
                </a:solidFill>
              </a:rPr>
              <a:t>~38%</a:t>
            </a:r>
            <a:r>
              <a:rPr lang="en-IN" sz="2800" dirty="0">
                <a:solidFill>
                  <a:schemeClr val="bg1"/>
                </a:solidFill>
              </a:rPr>
              <a:t> slower than proposed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39A53-217B-D1CE-1EFD-EDC9B7B1B6EF}"/>
              </a:ext>
            </a:extLst>
          </p:cNvPr>
          <p:cNvSpPr txBox="1"/>
          <p:nvPr/>
        </p:nvSpPr>
        <p:spPr>
          <a:xfrm>
            <a:off x="-76200" y="4857750"/>
            <a:ext cx="9385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Reference - </a:t>
            </a:r>
            <a:r>
              <a:rPr lang="en-US" sz="1200" dirty="0">
                <a:solidFill>
                  <a:schemeClr val="bg1"/>
                </a:solidFill>
              </a:rPr>
              <a:t>Design of High Speed Carry Save Adder , </a:t>
            </a:r>
            <a:r>
              <a:rPr lang="en-IN" sz="1200" dirty="0">
                <a:solidFill>
                  <a:schemeClr val="bg1"/>
                </a:solidFill>
              </a:rPr>
              <a:t>Ravikumar A Javali1, </a:t>
            </a:r>
            <a:r>
              <a:rPr lang="en-IN" sz="1200" dirty="0" err="1">
                <a:solidFill>
                  <a:schemeClr val="bg1"/>
                </a:solidFill>
              </a:rPr>
              <a:t>Ramanath</a:t>
            </a:r>
            <a:r>
              <a:rPr lang="en-IN" sz="1200" dirty="0">
                <a:solidFill>
                  <a:schemeClr val="bg1"/>
                </a:solidFill>
              </a:rPr>
              <a:t> J Nayak, Manjunath C </a:t>
            </a:r>
            <a:r>
              <a:rPr lang="en-IN" sz="1200" dirty="0" err="1">
                <a:solidFill>
                  <a:schemeClr val="bg1"/>
                </a:solidFill>
              </a:rPr>
              <a:t>Lakkannavar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endParaRPr lang="en-US" sz="1200" dirty="0">
              <a:solidFill>
                <a:schemeClr val="bg1"/>
              </a:solidFill>
              <a:effectLst/>
            </a:endParaRPr>
          </a:p>
          <a:p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9093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5A9F9-6C99-6CE5-6BCF-D9253FE09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4F8F24-B355-09FF-B970-49EA9F1CC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785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26A69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97B7CC-8018-5BD4-20D0-78C03FFE3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DEB8C5F-FB62-1B6F-9C3B-E840F41ED4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550" y="61848"/>
            <a:ext cx="6350650" cy="487280"/>
          </a:xfrm>
          <a:prstGeom prst="rect">
            <a:avLst/>
          </a:prstGeom>
        </p:spPr>
        <p:txBody>
          <a:bodyPr vert="horz" wrap="square" lIns="0" tIns="116807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100"/>
              </a:spcBef>
            </a:pPr>
            <a:r>
              <a:rPr lang="en-US" sz="2400" b="1" dirty="0"/>
              <a:t>8.  Timeline</a:t>
            </a:r>
            <a:endParaRPr sz="2100" b="1" dirty="0">
              <a:latin typeface="Aptos" panose="020B00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2D4F0A-304E-3246-05FB-3B43DCBE8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5893934"/>
              </p:ext>
            </p:extLst>
          </p:nvPr>
        </p:nvGraphicFramePr>
        <p:xfrm>
          <a:off x="202550" y="742950"/>
          <a:ext cx="8865250" cy="419100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68556">
                  <a:extLst>
                    <a:ext uri="{9D8B030D-6E8A-4147-A177-3AD203B41FA5}">
                      <a16:colId xmlns:a16="http://schemas.microsoft.com/office/drawing/2014/main" val="1164084021"/>
                    </a:ext>
                  </a:extLst>
                </a:gridCol>
                <a:gridCol w="6796694">
                  <a:extLst>
                    <a:ext uri="{9D8B030D-6E8A-4147-A177-3AD203B41FA5}">
                      <a16:colId xmlns:a16="http://schemas.microsoft.com/office/drawing/2014/main" val="832724658"/>
                    </a:ext>
                  </a:extLst>
                </a:gridCol>
              </a:tblGrid>
              <a:tr h="4356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dirty="0">
                          <a:solidFill>
                            <a:schemeClr val="bg1"/>
                          </a:solidFill>
                        </a:rPr>
                        <a:t>Week 1   :-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0" dirty="0"/>
                        <a:t>Finalize Carry Save Adder specs, architecture selection , planning</a:t>
                      </a:r>
                      <a:endParaRPr lang="en-IN" sz="16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908170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2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Write modular Verilog (pre-computer, SA_unit, top module)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921652"/>
                  </a:ext>
                </a:extLst>
              </a:tr>
              <a:tr h="375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3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Build testbench, run behavioral simulation in Vivado/Xcelium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341386"/>
                  </a:ext>
                </a:extLst>
              </a:tr>
              <a:tr h="3837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4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Functional verification, debug, waveform analysis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196530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5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Write SDC constraints (timing, I/O), prepare for synthesis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597380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6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Synthesize in Cadence Genus (with DFT/scan), review area/timing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831791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7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Floor-planning and power planning in Innovus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82999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8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Placement, clock tree synthesis (CTS), signal routing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954493"/>
                  </a:ext>
                </a:extLst>
              </a:tr>
              <a:tr h="4267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9  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Static Timing Analysis (STA), IR drop checks, power/area reporting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521106"/>
                  </a:ext>
                </a:extLst>
              </a:tr>
              <a:tr h="4356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Week 10 :-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Final GDSII generation, documentation, PPT/report preparation</a:t>
                      </a:r>
                      <a:endParaRPr lang="en-IN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585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7399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47780-BF14-E916-B379-C0CB8C9BA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50" y="61848"/>
            <a:ext cx="5746135" cy="384721"/>
          </a:xfrm>
        </p:spPr>
        <p:txBody>
          <a:bodyPr/>
          <a:lstStyle/>
          <a:p>
            <a:r>
              <a:rPr lang="en-IN" dirty="0"/>
              <a:t>    Conclusion :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2B3525-E4FB-DA27-FB96-A8A1E3948B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" y="972834"/>
            <a:ext cx="873992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Carry Save Adder architecture is highly efficient for multi-operand addition.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Research papers show that:</a:t>
            </a:r>
          </a:p>
          <a:p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  <a:t>     • </a:t>
            </a:r>
            <a:r>
              <a:rPr lang="en-US" sz="1800" dirty="0">
                <a:solidFill>
                  <a:schemeClr val="bg1"/>
                </a:solidFill>
              </a:rPr>
              <a:t>Domino logic improves speed</a:t>
            </a:r>
          </a:p>
          <a:p>
            <a:r>
              <a:rPr lang="en-US" sz="1800" dirty="0">
                <a:solidFill>
                  <a:schemeClr val="bg1"/>
                </a:solidFill>
              </a:rPr>
              <a:t>    </a:t>
            </a:r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  <a:t>•</a:t>
            </a:r>
            <a:r>
              <a:rPr lang="en-US" sz="1800" dirty="0">
                <a:solidFill>
                  <a:schemeClr val="bg1"/>
                </a:solidFill>
              </a:rPr>
              <a:t> CLA improves final stage performance</a:t>
            </a:r>
          </a:p>
          <a:p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  <a:t>      • </a:t>
            </a:r>
            <a:r>
              <a:rPr lang="en-US" sz="1800" dirty="0">
                <a:solidFill>
                  <a:schemeClr val="bg1"/>
                </a:solidFill>
              </a:rPr>
              <a:t>Static CMOS reduces power and area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These optimizations make CSA suitable for DSP processors, multipliers, and high-performance ALUs.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46DA812-9824-2AA3-59F9-0909DDFEB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874" y="2647950"/>
            <a:ext cx="566212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  <a:t>•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CSA eliminates intermediate carry propagation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  <a:t>•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CLA improves final stage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  <a:t>•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CMOS optimization reduces power consumption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800" dirty="0">
                <a:solidFill>
                  <a:schemeClr val="bg1"/>
                </a:solidFill>
                <a:latin typeface="Aptos" panose="020B0004020202020204" pitchFamily="34" charset="0"/>
              </a:rPr>
              <a:t>•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Logic style selection impacts speed and area</a:t>
            </a:r>
          </a:p>
        </p:txBody>
      </p:sp>
    </p:spTree>
    <p:extLst>
      <p:ext uri="{BB962C8B-B14F-4D97-AF65-F5344CB8AC3E}">
        <p14:creationId xmlns:p14="http://schemas.microsoft.com/office/powerpoint/2010/main" val="1850478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1107</TotalTime>
  <Words>586</Words>
  <Application>Microsoft Office PowerPoint</Application>
  <PresentationFormat>On-screen Show (16:9)</PresentationFormat>
  <Paragraphs>115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Google Sans Text</vt:lpstr>
      <vt:lpstr>Office Theme</vt:lpstr>
      <vt:lpstr>“High Performance Carry Save Adder  Design : Based on Parallel Addition Technique”</vt:lpstr>
      <vt:lpstr>1. Recap of Week 4 </vt:lpstr>
      <vt:lpstr>PowerPoint Presentation</vt:lpstr>
      <vt:lpstr>3. Mathematical Operation : </vt:lpstr>
      <vt:lpstr>3. Mathematical Analysis : </vt:lpstr>
      <vt:lpstr>3. Mathematical Operation : </vt:lpstr>
      <vt:lpstr>PowerPoint Presentation</vt:lpstr>
      <vt:lpstr>8.  Timeline</vt:lpstr>
      <vt:lpstr>    Conclusion 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Science project</dc:title>
  <dc:creator>Anuj Gupta</dc:creator>
  <cp:lastModifiedBy>Aditya Sharma</cp:lastModifiedBy>
  <cp:revision>9</cp:revision>
  <dcterms:created xsi:type="dcterms:W3CDTF">2026-02-15T15:10:54Z</dcterms:created>
  <dcterms:modified xsi:type="dcterms:W3CDTF">2026-03-16T04:49:35Z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2026-02-15T00:00:00Z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2026-02-15T00:00:00Z</vt:filetime>
  </property>
</Properties>
</file>